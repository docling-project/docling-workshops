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147374134" r:id="rId2"/>
    <p:sldId id="2147483618" r:id="rId3"/>
    <p:sldId id="2147483616" r:id="rId4"/>
    <p:sldId id="2147483422" r:id="rId5"/>
    <p:sldId id="257" r:id="rId6"/>
    <p:sldId id="2147483384" r:id="rId7"/>
    <p:sldId id="2147483447" r:id="rId8"/>
    <p:sldId id="21473745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601271-D9BE-407B-B05E-598422908386}" v="27" dt="2025-12-11T19:35:45.083"/>
    <p1510:client id="{68AC6967-2967-4FDA-99A8-972CDB2E02F6}" v="7" dt="2025-12-12T13:50:46.448"/>
    <p1510:client id="{8BF201BB-8D73-4028-83DD-8DB059A32032}" v="253" dt="2025-12-11T21:52:09.824"/>
    <p1510:client id="{F5F3B7BE-9E0F-405C-8594-C6A10EFF4940}" v="450" dt="2025-12-12T14:55:59.4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ISES ROMO" userId="IQNbuqw3Gt4/PBF8KoJDCatc1uMVZpZFkfaeJ9VhsAg=" providerId="None" clId="Web-{68AC6967-2967-4FDA-99A8-972CDB2E02F6}"/>
    <pc:docChg chg="modSld">
      <pc:chgData name="MOISES ROMO" userId="IQNbuqw3Gt4/PBF8KoJDCatc1uMVZpZFkfaeJ9VhsAg=" providerId="None" clId="Web-{68AC6967-2967-4FDA-99A8-972CDB2E02F6}" dt="2025-12-12T13:50:45.604" v="1" actId="20577"/>
      <pc:docMkLst>
        <pc:docMk/>
      </pc:docMkLst>
      <pc:sldChg chg="modSp">
        <pc:chgData name="MOISES ROMO" userId="IQNbuqw3Gt4/PBF8KoJDCatc1uMVZpZFkfaeJ9VhsAg=" providerId="None" clId="Web-{68AC6967-2967-4FDA-99A8-972CDB2E02F6}" dt="2025-12-12T13:50:45.604" v="1" actId="20577"/>
        <pc:sldMkLst>
          <pc:docMk/>
          <pc:sldMk cId="2609902582" sldId="2147483384"/>
        </pc:sldMkLst>
        <pc:spChg chg="mod">
          <ac:chgData name="MOISES ROMO" userId="IQNbuqw3Gt4/PBF8KoJDCatc1uMVZpZFkfaeJ9VhsAg=" providerId="None" clId="Web-{68AC6967-2967-4FDA-99A8-972CDB2E02F6}" dt="2025-12-12T13:50:38.917" v="0" actId="20577"/>
          <ac:spMkLst>
            <pc:docMk/>
            <pc:sldMk cId="2609902582" sldId="2147483384"/>
            <ac:spMk id="11" creationId="{8861BB79-1118-04CB-E4C6-1D5C29B5406C}"/>
          </ac:spMkLst>
        </pc:spChg>
        <pc:spChg chg="mod">
          <ac:chgData name="MOISES ROMO" userId="IQNbuqw3Gt4/PBF8KoJDCatc1uMVZpZFkfaeJ9VhsAg=" providerId="None" clId="Web-{68AC6967-2967-4FDA-99A8-972CDB2E02F6}" dt="2025-12-12T13:50:45.604" v="1" actId="20577"/>
          <ac:spMkLst>
            <pc:docMk/>
            <pc:sldMk cId="2609902582" sldId="2147483384"/>
            <ac:spMk id="13" creationId="{EED83488-199A-8168-8A0D-60488ABE4B61}"/>
          </ac:spMkLst>
        </pc:spChg>
      </pc:sldChg>
    </pc:docChg>
  </pc:docChgLst>
  <pc:docChgLst>
    <pc:chgData clId="Web-{8BF201BB-8D73-4028-83DD-8DB059A32032}"/>
    <pc:docChg chg="modSld">
      <pc:chgData name="" userId="" providerId="" clId="Web-{8BF201BB-8D73-4028-83DD-8DB059A32032}" dt="2025-12-11T21:15:58.169" v="1"/>
      <pc:docMkLst>
        <pc:docMk/>
      </pc:docMkLst>
      <pc:sldChg chg="delSp">
        <pc:chgData name="" userId="" providerId="" clId="Web-{8BF201BB-8D73-4028-83DD-8DB059A32032}" dt="2025-12-11T21:15:58.169" v="1"/>
        <pc:sldMkLst>
          <pc:docMk/>
          <pc:sldMk cId="4111226138" sldId="257"/>
        </pc:sldMkLst>
        <pc:picChg chg="del">
          <ac:chgData name="" userId="" providerId="" clId="Web-{8BF201BB-8D73-4028-83DD-8DB059A32032}" dt="2025-12-11T21:15:54.232" v="0"/>
          <ac:picMkLst>
            <pc:docMk/>
            <pc:sldMk cId="4111226138" sldId="257"/>
            <ac:picMk id="3" creationId="{4B98D197-32FA-4E8D-17F5-4257121EC1A0}"/>
          </ac:picMkLst>
        </pc:picChg>
        <pc:picChg chg="del">
          <ac:chgData name="" userId="" providerId="" clId="Web-{8BF201BB-8D73-4028-83DD-8DB059A32032}" dt="2025-12-11T21:15:58.169" v="1"/>
          <ac:picMkLst>
            <pc:docMk/>
            <pc:sldMk cId="4111226138" sldId="257"/>
            <ac:picMk id="8" creationId="{43865D37-3089-D6DC-7F2F-23C2D9DC785A}"/>
          </ac:picMkLst>
        </pc:picChg>
      </pc:sldChg>
    </pc:docChg>
  </pc:docChgLst>
  <pc:docChgLst>
    <pc:chgData name="Abby Tse" userId="1wPdmnL6aoz8KFxyyJuw1Vu34OXXlEmpR63i0qo2JNc=" providerId="None" clId="Web-{354B26E1-D823-4170-AA66-45D458295BF4}"/>
    <pc:docChg chg="modSld">
      <pc:chgData name="Abby Tse" userId="1wPdmnL6aoz8KFxyyJuw1Vu34OXXlEmpR63i0qo2JNc=" providerId="None" clId="Web-{354B26E1-D823-4170-AA66-45D458295BF4}" dt="2025-11-13T16:43:45.224" v="6" actId="1076"/>
      <pc:docMkLst>
        <pc:docMk/>
      </pc:docMkLst>
      <pc:sldChg chg="addSp modSp">
        <pc:chgData name="Abby Tse" userId="1wPdmnL6aoz8KFxyyJuw1Vu34OXXlEmpR63i0qo2JNc=" providerId="None" clId="Web-{354B26E1-D823-4170-AA66-45D458295BF4}" dt="2025-11-13T16:43:45.224" v="6" actId="1076"/>
        <pc:sldMkLst>
          <pc:docMk/>
          <pc:sldMk cId="4111226138" sldId="257"/>
        </pc:sldMkLst>
        <pc:spChg chg="ord">
          <ac:chgData name="Abby Tse" userId="1wPdmnL6aoz8KFxyyJuw1Vu34OXXlEmpR63i0qo2JNc=" providerId="None" clId="Web-{354B26E1-D823-4170-AA66-45D458295BF4}" dt="2025-11-13T16:43:37.943" v="5"/>
          <ac:spMkLst>
            <pc:docMk/>
            <pc:sldMk cId="4111226138" sldId="257"/>
            <ac:spMk id="2" creationId="{B0373FD8-543E-AAC5-344A-B492B9B84FD3}"/>
          </ac:spMkLst>
        </pc:spChg>
      </pc:sldChg>
    </pc:docChg>
  </pc:docChgLst>
  <pc:docChgLst>
    <pc:chgData name="MOISES ROMO" userId="IQNbuqw3Gt4/PBF8KoJDCatc1uMVZpZFkfaeJ9VhsAg=" providerId="None" clId="Web-{8BF201BB-8D73-4028-83DD-8DB059A32032}"/>
    <pc:docChg chg="modSld">
      <pc:chgData name="MOISES ROMO" userId="IQNbuqw3Gt4/PBF8KoJDCatc1uMVZpZFkfaeJ9VhsAg=" providerId="None" clId="Web-{8BF201BB-8D73-4028-83DD-8DB059A32032}" dt="2025-12-11T21:52:09.824" v="156" actId="1076"/>
      <pc:docMkLst>
        <pc:docMk/>
      </pc:docMkLst>
      <pc:sldChg chg="addSp delSp modSp">
        <pc:chgData name="MOISES ROMO" userId="IQNbuqw3Gt4/PBF8KoJDCatc1uMVZpZFkfaeJ9VhsAg=" providerId="None" clId="Web-{8BF201BB-8D73-4028-83DD-8DB059A32032}" dt="2025-12-11T21:52:09.824" v="156" actId="1076"/>
        <pc:sldMkLst>
          <pc:docMk/>
          <pc:sldMk cId="4111226138" sldId="257"/>
        </pc:sldMkLst>
        <pc:picChg chg="add del mod">
          <ac:chgData name="MOISES ROMO" userId="IQNbuqw3Gt4/PBF8KoJDCatc1uMVZpZFkfaeJ9VhsAg=" providerId="None" clId="Web-{8BF201BB-8D73-4028-83DD-8DB059A32032}" dt="2025-12-11T21:51:58.026" v="154"/>
          <ac:picMkLst>
            <pc:docMk/>
            <pc:sldMk cId="4111226138" sldId="257"/>
            <ac:picMk id="4" creationId="{0317DB83-A6C3-844F-8199-7C0AA8D16B1C}"/>
          </ac:picMkLst>
        </pc:picChg>
        <pc:picChg chg="add mod">
          <ac:chgData name="MOISES ROMO" userId="IQNbuqw3Gt4/PBF8KoJDCatc1uMVZpZFkfaeJ9VhsAg=" providerId="None" clId="Web-{8BF201BB-8D73-4028-83DD-8DB059A32032}" dt="2025-12-11T21:52:09.824" v="156" actId="1076"/>
          <ac:picMkLst>
            <pc:docMk/>
            <pc:sldMk cId="4111226138" sldId="257"/>
            <ac:picMk id="5" creationId="{27AF4BAF-A7D1-5F3F-E0CB-4EB34FBA17C8}"/>
          </ac:picMkLst>
        </pc:picChg>
      </pc:sldChg>
      <pc:sldChg chg="modSp">
        <pc:chgData name="MOISES ROMO" userId="IQNbuqw3Gt4/PBF8KoJDCatc1uMVZpZFkfaeJ9VhsAg=" providerId="None" clId="Web-{8BF201BB-8D73-4028-83DD-8DB059A32032}" dt="2025-12-11T21:44:40.117" v="153" actId="20577"/>
        <pc:sldMkLst>
          <pc:docMk/>
          <pc:sldMk cId="535163138" sldId="2147483363"/>
        </pc:sldMkLst>
        <pc:spChg chg="mod">
          <ac:chgData name="MOISES ROMO" userId="IQNbuqw3Gt4/PBF8KoJDCatc1uMVZpZFkfaeJ9VhsAg=" providerId="None" clId="Web-{8BF201BB-8D73-4028-83DD-8DB059A32032}" dt="2025-12-11T21:44:40.117" v="153" actId="20577"/>
          <ac:spMkLst>
            <pc:docMk/>
            <pc:sldMk cId="535163138" sldId="2147483363"/>
            <ac:spMk id="5" creationId="{380049E5-8E79-07C7-3AF2-25702F5DC13C}"/>
          </ac:spMkLst>
        </pc:spChg>
      </pc:sldChg>
      <pc:sldChg chg="modSp">
        <pc:chgData name="MOISES ROMO" userId="IQNbuqw3Gt4/PBF8KoJDCatc1uMVZpZFkfaeJ9VhsAg=" providerId="None" clId="Web-{8BF201BB-8D73-4028-83DD-8DB059A32032}" dt="2025-12-11T21:36:26.058" v="112" actId="20577"/>
        <pc:sldMkLst>
          <pc:docMk/>
          <pc:sldMk cId="2609902582" sldId="2147483384"/>
        </pc:sldMkLst>
        <pc:spChg chg="mod">
          <ac:chgData name="MOISES ROMO" userId="IQNbuqw3Gt4/PBF8KoJDCatc1uMVZpZFkfaeJ9VhsAg=" providerId="None" clId="Web-{8BF201BB-8D73-4028-83DD-8DB059A32032}" dt="2025-12-11T21:34:44.802" v="98" actId="20577"/>
          <ac:spMkLst>
            <pc:docMk/>
            <pc:sldMk cId="2609902582" sldId="2147483384"/>
            <ac:spMk id="3" creationId="{A1AD199C-12B5-BB0D-542C-E9EED20EAE24}"/>
          </ac:spMkLst>
        </pc:spChg>
        <pc:spChg chg="mod">
          <ac:chgData name="MOISES ROMO" userId="IQNbuqw3Gt4/PBF8KoJDCatc1uMVZpZFkfaeJ9VhsAg=" providerId="None" clId="Web-{8BF201BB-8D73-4028-83DD-8DB059A32032}" dt="2025-12-11T21:36:12.995" v="109" actId="20577"/>
          <ac:spMkLst>
            <pc:docMk/>
            <pc:sldMk cId="2609902582" sldId="2147483384"/>
            <ac:spMk id="4" creationId="{87F12109-5EA5-00A4-A140-BDA0729FE0BB}"/>
          </ac:spMkLst>
        </pc:spChg>
        <pc:spChg chg="mod">
          <ac:chgData name="MOISES ROMO" userId="IQNbuqw3Gt4/PBF8KoJDCatc1uMVZpZFkfaeJ9VhsAg=" providerId="None" clId="Web-{8BF201BB-8D73-4028-83DD-8DB059A32032}" dt="2025-12-11T21:35:26.446" v="101" actId="1076"/>
          <ac:spMkLst>
            <pc:docMk/>
            <pc:sldMk cId="2609902582" sldId="2147483384"/>
            <ac:spMk id="11" creationId="{8861BB79-1118-04CB-E4C6-1D5C29B5406C}"/>
          </ac:spMkLst>
        </pc:spChg>
        <pc:spChg chg="mod">
          <ac:chgData name="MOISES ROMO" userId="IQNbuqw3Gt4/PBF8KoJDCatc1uMVZpZFkfaeJ9VhsAg=" providerId="None" clId="Web-{8BF201BB-8D73-4028-83DD-8DB059A32032}" dt="2025-12-11T21:22:17.152" v="23" actId="20577"/>
          <ac:spMkLst>
            <pc:docMk/>
            <pc:sldMk cId="2609902582" sldId="2147483384"/>
            <ac:spMk id="13" creationId="{EED83488-199A-8168-8A0D-60488ABE4B61}"/>
          </ac:spMkLst>
        </pc:spChg>
        <pc:spChg chg="mod">
          <ac:chgData name="MOISES ROMO" userId="IQNbuqw3Gt4/PBF8KoJDCatc1uMVZpZFkfaeJ9VhsAg=" providerId="None" clId="Web-{8BF201BB-8D73-4028-83DD-8DB059A32032}" dt="2025-12-11T21:34:33.974" v="96" actId="20577"/>
          <ac:spMkLst>
            <pc:docMk/>
            <pc:sldMk cId="2609902582" sldId="2147483384"/>
            <ac:spMk id="15" creationId="{393D14D0-F62D-ED2A-EDE9-FAE98CEBBEB8}"/>
          </ac:spMkLst>
        </pc:spChg>
        <pc:spChg chg="mod">
          <ac:chgData name="MOISES ROMO" userId="IQNbuqw3Gt4/PBF8KoJDCatc1uMVZpZFkfaeJ9VhsAg=" providerId="None" clId="Web-{8BF201BB-8D73-4028-83DD-8DB059A32032}" dt="2025-12-11T21:21:26.135" v="21" actId="20577"/>
          <ac:spMkLst>
            <pc:docMk/>
            <pc:sldMk cId="2609902582" sldId="2147483384"/>
            <ac:spMk id="18" creationId="{A61EA8EA-F5BD-438D-DCAF-09EBE3330966}"/>
          </ac:spMkLst>
        </pc:spChg>
        <pc:spChg chg="mod">
          <ac:chgData name="MOISES ROMO" userId="IQNbuqw3Gt4/PBF8KoJDCatc1uMVZpZFkfaeJ9VhsAg=" providerId="None" clId="Web-{8BF201BB-8D73-4028-83DD-8DB059A32032}" dt="2025-12-11T21:36:26.058" v="112" actId="20577"/>
          <ac:spMkLst>
            <pc:docMk/>
            <pc:sldMk cId="2609902582" sldId="2147483384"/>
            <ac:spMk id="25" creationId="{32D0BC2F-1445-B89A-4C2C-42AABFE545A8}"/>
          </ac:spMkLst>
        </pc:spChg>
      </pc:sldChg>
    </pc:docChg>
  </pc:docChgLst>
  <pc:docChgLst>
    <pc:chgData clId="Web-{68AC6967-2967-4FDA-99A8-972CDB2E02F6}"/>
    <pc:docChg chg="modSld">
      <pc:chgData name="" userId="" providerId="" clId="Web-{68AC6967-2967-4FDA-99A8-972CDB2E02F6}" dt="2025-12-12T13:50:37.245" v="2" actId="20577"/>
      <pc:docMkLst>
        <pc:docMk/>
      </pc:docMkLst>
      <pc:sldChg chg="modSp">
        <pc:chgData name="" userId="" providerId="" clId="Web-{68AC6967-2967-4FDA-99A8-972CDB2E02F6}" dt="2025-12-12T13:50:37.245" v="2" actId="20577"/>
        <pc:sldMkLst>
          <pc:docMk/>
          <pc:sldMk cId="2609902582" sldId="2147483384"/>
        </pc:sldMkLst>
        <pc:spChg chg="mod">
          <ac:chgData name="" userId="" providerId="" clId="Web-{68AC6967-2967-4FDA-99A8-972CDB2E02F6}" dt="2025-12-12T13:50:37.245" v="2" actId="20577"/>
          <ac:spMkLst>
            <pc:docMk/>
            <pc:sldMk cId="2609902582" sldId="2147483384"/>
            <ac:spMk id="11" creationId="{8861BB79-1118-04CB-E4C6-1D5C29B5406C}"/>
          </ac:spMkLst>
        </pc:spChg>
      </pc:sldChg>
    </pc:docChg>
  </pc:docChgLst>
  <pc:docChgLst>
    <pc:chgData name="Abby Tse" userId="1wPdmnL6aoz8KFxyyJuw1Vu34OXXlEmpR63i0qo2JNc=" providerId="None" clId="Web-{F5F3B7BE-9E0F-405C-8594-C6A10EFF4940}"/>
    <pc:docChg chg="addSld delSld modSld sldOrd">
      <pc:chgData name="Abby Tse" userId="1wPdmnL6aoz8KFxyyJuw1Vu34OXXlEmpR63i0qo2JNc=" providerId="None" clId="Web-{F5F3B7BE-9E0F-405C-8594-C6A10EFF4940}" dt="2025-12-12T14:55:58.249" v="406" actId="20577"/>
      <pc:docMkLst>
        <pc:docMk/>
      </pc:docMkLst>
      <pc:sldChg chg="addSp">
        <pc:chgData name="Abby Tse" userId="1wPdmnL6aoz8KFxyyJuw1Vu34OXXlEmpR63i0qo2JNc=" providerId="None" clId="Web-{F5F3B7BE-9E0F-405C-8594-C6A10EFF4940}" dt="2025-12-11T22:40:05.293" v="157"/>
        <pc:sldMkLst>
          <pc:docMk/>
          <pc:sldMk cId="4111226138" sldId="257"/>
        </pc:sldMkLst>
        <pc:spChg chg="add">
          <ac:chgData name="Abby Tse" userId="1wPdmnL6aoz8KFxyyJuw1Vu34OXXlEmpR63i0qo2JNc=" providerId="None" clId="Web-{F5F3B7BE-9E0F-405C-8594-C6A10EFF4940}" dt="2025-12-11T22:40:05.293" v="157"/>
          <ac:spMkLst>
            <pc:docMk/>
            <pc:sldMk cId="4111226138" sldId="257"/>
            <ac:spMk id="4" creationId="{C9622F6D-2326-426C-EAF2-D589770FBC6D}"/>
          </ac:spMkLst>
        </pc:spChg>
      </pc:sldChg>
      <pc:sldChg chg="del">
        <pc:chgData name="Abby Tse" userId="1wPdmnL6aoz8KFxyyJuw1Vu34OXXlEmpR63i0qo2JNc=" providerId="None" clId="Web-{F5F3B7BE-9E0F-405C-8594-C6A10EFF4940}" dt="2025-12-11T22:21:55.931" v="97"/>
        <pc:sldMkLst>
          <pc:docMk/>
          <pc:sldMk cId="1008601913" sldId="2142532866"/>
        </pc:sldMkLst>
      </pc:sldChg>
      <pc:sldChg chg="addSp delSp modSp del mod modClrScheme chgLayout">
        <pc:chgData name="Abby Tse" userId="1wPdmnL6aoz8KFxyyJuw1Vu34OXXlEmpR63i0qo2JNc=" providerId="None" clId="Web-{F5F3B7BE-9E0F-405C-8594-C6A10EFF4940}" dt="2025-12-11T22:38:55.668" v="150"/>
        <pc:sldMkLst>
          <pc:docMk/>
          <pc:sldMk cId="547626146" sldId="2147374120"/>
        </pc:sldMkLst>
        <pc:spChg chg="del mod ord">
          <ac:chgData name="Abby Tse" userId="1wPdmnL6aoz8KFxyyJuw1Vu34OXXlEmpR63i0qo2JNc=" providerId="None" clId="Web-{F5F3B7BE-9E0F-405C-8594-C6A10EFF4940}" dt="2025-12-11T22:38:49.528" v="147"/>
          <ac:spMkLst>
            <pc:docMk/>
            <pc:sldMk cId="547626146" sldId="2147374120"/>
            <ac:spMk id="3" creationId="{91EB02F0-E591-9146-B75A-218C98DEAD47}"/>
          </ac:spMkLst>
        </pc:spChg>
        <pc:spChg chg="del mod ord">
          <ac:chgData name="Abby Tse" userId="1wPdmnL6aoz8KFxyyJuw1Vu34OXXlEmpR63i0qo2JNc=" providerId="None" clId="Web-{F5F3B7BE-9E0F-405C-8594-C6A10EFF4940}" dt="2025-12-11T22:38:53.387" v="149"/>
          <ac:spMkLst>
            <pc:docMk/>
            <pc:sldMk cId="547626146" sldId="2147374120"/>
            <ac:spMk id="4" creationId="{43574236-3F0B-2D46-AE3E-C0022F5FF360}"/>
          </ac:spMkLst>
        </pc:spChg>
        <pc:spChg chg="add del mod">
          <ac:chgData name="Abby Tse" userId="1wPdmnL6aoz8KFxyyJuw1Vu34OXXlEmpR63i0qo2JNc=" providerId="None" clId="Web-{F5F3B7BE-9E0F-405C-8594-C6A10EFF4940}" dt="2025-12-11T22:38:30.762" v="139"/>
          <ac:spMkLst>
            <pc:docMk/>
            <pc:sldMk cId="547626146" sldId="2147374120"/>
            <ac:spMk id="6" creationId="{A0D16171-EFE0-F943-6A3D-2AFFC51D9D29}"/>
          </ac:spMkLst>
        </pc:spChg>
        <pc:spChg chg="add del mod ord">
          <ac:chgData name="Abby Tse" userId="1wPdmnL6aoz8KFxyyJuw1Vu34OXXlEmpR63i0qo2JNc=" providerId="None" clId="Web-{F5F3B7BE-9E0F-405C-8594-C6A10EFF4940}" dt="2025-12-11T22:37:49.075" v="131"/>
          <ac:spMkLst>
            <pc:docMk/>
            <pc:sldMk cId="547626146" sldId="2147374120"/>
            <ac:spMk id="7" creationId="{52EFE465-7D56-B60C-8CEE-441B5533F366}"/>
          </ac:spMkLst>
        </pc:spChg>
        <pc:spChg chg="add mod">
          <ac:chgData name="Abby Tse" userId="1wPdmnL6aoz8KFxyyJuw1Vu34OXXlEmpR63i0qo2JNc=" providerId="None" clId="Web-{F5F3B7BE-9E0F-405C-8594-C6A10EFF4940}" dt="2025-12-11T22:38:49.528" v="147"/>
          <ac:spMkLst>
            <pc:docMk/>
            <pc:sldMk cId="547626146" sldId="2147374120"/>
            <ac:spMk id="9" creationId="{D14DEBBD-BF7E-1EB3-3F63-D522ADAF178F}"/>
          </ac:spMkLst>
        </pc:spChg>
        <pc:picChg chg="add del mod">
          <ac:chgData name="Abby Tse" userId="1wPdmnL6aoz8KFxyyJuw1Vu34OXXlEmpR63i0qo2JNc=" providerId="None" clId="Web-{F5F3B7BE-9E0F-405C-8594-C6A10EFF4940}" dt="2025-12-11T22:38:30.762" v="141"/>
          <ac:picMkLst>
            <pc:docMk/>
            <pc:sldMk cId="547626146" sldId="2147374120"/>
            <ac:picMk id="2" creationId="{13947D51-9AC9-76D1-70C7-F52CE8C7C0F3}"/>
          </ac:picMkLst>
        </pc:picChg>
        <pc:picChg chg="add del mod">
          <ac:chgData name="Abby Tse" userId="1wPdmnL6aoz8KFxyyJuw1Vu34OXXlEmpR63i0qo2JNc=" providerId="None" clId="Web-{F5F3B7BE-9E0F-405C-8594-C6A10EFF4940}" dt="2025-12-11T22:38:30.762" v="140"/>
          <ac:picMkLst>
            <pc:docMk/>
            <pc:sldMk cId="547626146" sldId="2147374120"/>
            <ac:picMk id="5" creationId="{9D5198AC-A217-E3B5-7A7B-17FFE6424C07}"/>
          </ac:picMkLst>
        </pc:picChg>
      </pc:sldChg>
      <pc:sldChg chg="addSp modSp add modNotes">
        <pc:chgData name="Abby Tse" userId="1wPdmnL6aoz8KFxyyJuw1Vu34OXXlEmpR63i0qo2JNc=" providerId="None" clId="Web-{F5F3B7BE-9E0F-405C-8594-C6A10EFF4940}" dt="2025-12-11T22:59:26.138" v="238"/>
        <pc:sldMkLst>
          <pc:docMk/>
          <pc:sldMk cId="4279308796" sldId="2147374134"/>
        </pc:sldMkLst>
        <pc:spChg chg="mod">
          <ac:chgData name="Abby Tse" userId="1wPdmnL6aoz8KFxyyJuw1Vu34OXXlEmpR63i0qo2JNc=" providerId="None" clId="Web-{F5F3B7BE-9E0F-405C-8594-C6A10EFF4940}" dt="2025-12-11T22:58:36.701" v="230" actId="1076"/>
          <ac:spMkLst>
            <pc:docMk/>
            <pc:sldMk cId="4279308796" sldId="2147374134"/>
            <ac:spMk id="2" creationId="{8C1BC162-DCE1-AA7E-A295-D1B701ACD4C3}"/>
          </ac:spMkLst>
        </pc:spChg>
        <pc:spChg chg="mod">
          <ac:chgData name="Abby Tse" userId="1wPdmnL6aoz8KFxyyJuw1Vu34OXXlEmpR63i0qo2JNc=" providerId="None" clId="Web-{F5F3B7BE-9E0F-405C-8594-C6A10EFF4940}" dt="2025-12-11T22:58:38.592" v="231" actId="1076"/>
          <ac:spMkLst>
            <pc:docMk/>
            <pc:sldMk cId="4279308796" sldId="2147374134"/>
            <ac:spMk id="13" creationId="{BF3DF6C2-EA9A-0BCF-4B9C-9773E1EAC962}"/>
          </ac:spMkLst>
        </pc:spChg>
        <pc:grpChg chg="mod">
          <ac:chgData name="Abby Tse" userId="1wPdmnL6aoz8KFxyyJuw1Vu34OXXlEmpR63i0qo2JNc=" providerId="None" clId="Web-{F5F3B7BE-9E0F-405C-8594-C6A10EFF4940}" dt="2025-12-11T22:57:18.983" v="215" actId="1076"/>
          <ac:grpSpMkLst>
            <pc:docMk/>
            <pc:sldMk cId="4279308796" sldId="2147374134"/>
            <ac:grpSpMk id="3" creationId="{4A58F720-4EB5-A8A2-2F51-63CEAE31F496}"/>
          </ac:grpSpMkLst>
        </pc:grpChg>
        <pc:picChg chg="add mod">
          <ac:chgData name="Abby Tse" userId="1wPdmnL6aoz8KFxyyJuw1Vu34OXXlEmpR63i0qo2JNc=" providerId="None" clId="Web-{F5F3B7BE-9E0F-405C-8594-C6A10EFF4940}" dt="2025-12-11T22:58:46.435" v="233" actId="1076"/>
          <ac:picMkLst>
            <pc:docMk/>
            <pc:sldMk cId="4279308796" sldId="2147374134"/>
            <ac:picMk id="7" creationId="{C248B3CE-1E3F-1306-7B91-B8EDBCF12055}"/>
          </ac:picMkLst>
        </pc:picChg>
      </pc:sldChg>
      <pc:sldChg chg="modSp add del">
        <pc:chgData name="Abby Tse" userId="1wPdmnL6aoz8KFxyyJuw1Vu34OXXlEmpR63i0qo2JNc=" providerId="None" clId="Web-{F5F3B7BE-9E0F-405C-8594-C6A10EFF4940}" dt="2025-12-11T23:45:58.771" v="365"/>
        <pc:sldMkLst>
          <pc:docMk/>
          <pc:sldMk cId="3153544311" sldId="2147469089"/>
        </pc:sldMkLst>
        <pc:spChg chg="mod">
          <ac:chgData name="Abby Tse" userId="1wPdmnL6aoz8KFxyyJuw1Vu34OXXlEmpR63i0qo2JNc=" providerId="None" clId="Web-{F5F3B7BE-9E0F-405C-8594-C6A10EFF4940}" dt="2025-12-11T22:55:03.938" v="210" actId="20577"/>
          <ac:spMkLst>
            <pc:docMk/>
            <pc:sldMk cId="3153544311" sldId="2147469089"/>
            <ac:spMk id="3" creationId="{A4141BA7-E636-0D4A-1611-A8AC8716B432}"/>
          </ac:spMkLst>
        </pc:spChg>
        <pc:spChg chg="mod">
          <ac:chgData name="Abby Tse" userId="1wPdmnL6aoz8KFxyyJuw1Vu34OXXlEmpR63i0qo2JNc=" providerId="None" clId="Web-{F5F3B7BE-9E0F-405C-8594-C6A10EFF4940}" dt="2025-12-11T22:43:51.041" v="161" actId="20577"/>
          <ac:spMkLst>
            <pc:docMk/>
            <pc:sldMk cId="3153544311" sldId="2147469089"/>
            <ac:spMk id="5" creationId="{53A60D0E-19EE-5741-B4CE-61B0A8E96481}"/>
          </ac:spMkLst>
        </pc:spChg>
        <pc:spChg chg="mod">
          <ac:chgData name="Abby Tse" userId="1wPdmnL6aoz8KFxyyJuw1Vu34OXXlEmpR63i0qo2JNc=" providerId="None" clId="Web-{F5F3B7BE-9E0F-405C-8594-C6A10EFF4940}" dt="2025-12-11T22:44:18.384" v="177" actId="20577"/>
          <ac:spMkLst>
            <pc:docMk/>
            <pc:sldMk cId="3153544311" sldId="2147469089"/>
            <ac:spMk id="6" creationId="{1F2C2AE4-6276-681F-BEE7-C8A7C23431B0}"/>
          </ac:spMkLst>
        </pc:spChg>
        <pc:spChg chg="mod">
          <ac:chgData name="Abby Tse" userId="1wPdmnL6aoz8KFxyyJuw1Vu34OXXlEmpR63i0qo2JNc=" providerId="None" clId="Web-{F5F3B7BE-9E0F-405C-8594-C6A10EFF4940}" dt="2025-12-11T22:44:11.744" v="173" actId="20577"/>
          <ac:spMkLst>
            <pc:docMk/>
            <pc:sldMk cId="3153544311" sldId="2147469089"/>
            <ac:spMk id="7" creationId="{161984F0-DE5A-5346-9CF8-29FBAE24C692}"/>
          </ac:spMkLst>
        </pc:spChg>
        <pc:spChg chg="mod">
          <ac:chgData name="Abby Tse" userId="1wPdmnL6aoz8KFxyyJuw1Vu34OXXlEmpR63i0qo2JNc=" providerId="None" clId="Web-{F5F3B7BE-9E0F-405C-8594-C6A10EFF4940}" dt="2025-12-11T22:49:31.648" v="196" actId="20577"/>
          <ac:spMkLst>
            <pc:docMk/>
            <pc:sldMk cId="3153544311" sldId="2147469089"/>
            <ac:spMk id="15" creationId="{4FE29B8E-10DC-A07F-E4C7-D55CD2EBFC5F}"/>
          </ac:spMkLst>
        </pc:spChg>
      </pc:sldChg>
      <pc:sldChg chg="modSp add del">
        <pc:chgData name="Abby Tse" userId="1wPdmnL6aoz8KFxyyJuw1Vu34OXXlEmpR63i0qo2JNc=" providerId="None" clId="Web-{F5F3B7BE-9E0F-405C-8594-C6A10EFF4940}" dt="2025-12-12T14:55:24.968" v="389"/>
        <pc:sldMkLst>
          <pc:docMk/>
          <pc:sldMk cId="3134912491" sldId="2147482277"/>
        </pc:sldMkLst>
        <pc:spChg chg="mod">
          <ac:chgData name="Abby Tse" userId="1wPdmnL6aoz8KFxyyJuw1Vu34OXXlEmpR63i0qo2JNc=" providerId="None" clId="Web-{F5F3B7BE-9E0F-405C-8594-C6A10EFF4940}" dt="2025-12-12T14:35:57.044" v="374" actId="20577"/>
          <ac:spMkLst>
            <pc:docMk/>
            <pc:sldMk cId="3134912491" sldId="2147482277"/>
            <ac:spMk id="10" creationId="{9C2466CD-4E06-CF20-FA96-C1AEBE9DDD6C}"/>
          </ac:spMkLst>
        </pc:spChg>
      </pc:sldChg>
      <pc:sldChg chg="del">
        <pc:chgData name="Abby Tse" userId="1wPdmnL6aoz8KFxyyJuw1Vu34OXXlEmpR63i0qo2JNc=" providerId="None" clId="Web-{F5F3B7BE-9E0F-405C-8594-C6A10EFF4940}" dt="2025-12-11T22:02:32.773" v="62"/>
        <pc:sldMkLst>
          <pc:docMk/>
          <pc:sldMk cId="535163138" sldId="2147483363"/>
        </pc:sldMkLst>
      </pc:sldChg>
      <pc:sldChg chg="addSp delSp modSp">
        <pc:chgData name="Abby Tse" userId="1wPdmnL6aoz8KFxyyJuw1Vu34OXXlEmpR63i0qo2JNc=" providerId="None" clId="Web-{F5F3B7BE-9E0F-405C-8594-C6A10EFF4940}" dt="2025-12-11T23:36:37.326" v="364" actId="20577"/>
        <pc:sldMkLst>
          <pc:docMk/>
          <pc:sldMk cId="2609902582" sldId="2147483384"/>
        </pc:sldMkLst>
        <pc:spChg chg="mod">
          <ac:chgData name="Abby Tse" userId="1wPdmnL6aoz8KFxyyJuw1Vu34OXXlEmpR63i0qo2JNc=" providerId="None" clId="Web-{F5F3B7BE-9E0F-405C-8594-C6A10EFF4940}" dt="2025-12-11T23:35:26.280" v="345" actId="20577"/>
          <ac:spMkLst>
            <pc:docMk/>
            <pc:sldMk cId="2609902582" sldId="2147483384"/>
            <ac:spMk id="3" creationId="{A1AD199C-12B5-BB0D-542C-E9EED20EAE24}"/>
          </ac:spMkLst>
        </pc:spChg>
        <pc:spChg chg="add">
          <ac:chgData name="Abby Tse" userId="1wPdmnL6aoz8KFxyyJuw1Vu34OXXlEmpR63i0qo2JNc=" providerId="None" clId="Web-{F5F3B7BE-9E0F-405C-8594-C6A10EFF4940}" dt="2025-12-11T22:40:07.511" v="158"/>
          <ac:spMkLst>
            <pc:docMk/>
            <pc:sldMk cId="2609902582" sldId="2147483384"/>
            <ac:spMk id="8" creationId="{20FF2256-8BF5-1549-F6CE-A1FAA24AA448}"/>
          </ac:spMkLst>
        </pc:spChg>
        <pc:spChg chg="mod">
          <ac:chgData name="Abby Tse" userId="1wPdmnL6aoz8KFxyyJuw1Vu34OXXlEmpR63i0qo2JNc=" providerId="None" clId="Web-{F5F3B7BE-9E0F-405C-8594-C6A10EFF4940}" dt="2025-12-11T23:36:25.951" v="351" actId="20577"/>
          <ac:spMkLst>
            <pc:docMk/>
            <pc:sldMk cId="2609902582" sldId="2147483384"/>
            <ac:spMk id="11" creationId="{8861BB79-1118-04CB-E4C6-1D5C29B5406C}"/>
          </ac:spMkLst>
        </pc:spChg>
        <pc:spChg chg="add del mod">
          <ac:chgData name="Abby Tse" userId="1wPdmnL6aoz8KFxyyJuw1Vu34OXXlEmpR63i0qo2JNc=" providerId="None" clId="Web-{F5F3B7BE-9E0F-405C-8594-C6A10EFF4940}" dt="2025-12-11T23:05:44.151" v="282" actId="20577"/>
          <ac:spMkLst>
            <pc:docMk/>
            <pc:sldMk cId="2609902582" sldId="2147483384"/>
            <ac:spMk id="13" creationId="{EED83488-199A-8168-8A0D-60488ABE4B61}"/>
          </ac:spMkLst>
        </pc:spChg>
        <pc:spChg chg="mod">
          <ac:chgData name="Abby Tse" userId="1wPdmnL6aoz8KFxyyJuw1Vu34OXXlEmpR63i0qo2JNc=" providerId="None" clId="Web-{F5F3B7BE-9E0F-405C-8594-C6A10EFF4940}" dt="2025-12-11T23:05:46.776" v="284" actId="20577"/>
          <ac:spMkLst>
            <pc:docMk/>
            <pc:sldMk cId="2609902582" sldId="2147483384"/>
            <ac:spMk id="15" creationId="{393D14D0-F62D-ED2A-EDE9-FAE98CEBBEB8}"/>
          </ac:spMkLst>
        </pc:spChg>
        <pc:spChg chg="mod">
          <ac:chgData name="Abby Tse" userId="1wPdmnL6aoz8KFxyyJuw1Vu34OXXlEmpR63i0qo2JNc=" providerId="None" clId="Web-{F5F3B7BE-9E0F-405C-8594-C6A10EFF4940}" dt="2025-12-11T23:36:37.326" v="364" actId="20577"/>
          <ac:spMkLst>
            <pc:docMk/>
            <pc:sldMk cId="2609902582" sldId="2147483384"/>
            <ac:spMk id="18" creationId="{A61EA8EA-F5BD-438D-DCAF-09EBE3330966}"/>
          </ac:spMkLst>
        </pc:spChg>
      </pc:sldChg>
      <pc:sldChg chg="addSp delSp modSp add del mod ord modClrScheme chgLayout modNotes">
        <pc:chgData name="Abby Tse" userId="1wPdmnL6aoz8KFxyyJuw1Vu34OXXlEmpR63i0qo2JNc=" providerId="None" clId="Web-{F5F3B7BE-9E0F-405C-8594-C6A10EFF4940}" dt="2025-12-12T14:55:58.249" v="406" actId="20577"/>
        <pc:sldMkLst>
          <pc:docMk/>
          <pc:sldMk cId="2079718299" sldId="2147483422"/>
        </pc:sldMkLst>
        <pc:spChg chg="del mod">
          <ac:chgData name="Abby Tse" userId="1wPdmnL6aoz8KFxyyJuw1Vu34OXXlEmpR63i0qo2JNc=" providerId="None" clId="Web-{F5F3B7BE-9E0F-405C-8594-C6A10EFF4940}" dt="2025-12-12T14:55:58.249" v="406" actId="20577"/>
          <ac:spMkLst>
            <pc:docMk/>
            <pc:sldMk cId="2079718299" sldId="2147483422"/>
            <ac:spMk id="2" creationId="{DDCCF299-D9B7-4B30-CE97-DECA33F3E7DD}"/>
          </ac:spMkLst>
        </pc:spChg>
        <pc:spChg chg="add mod">
          <ac:chgData name="Abby Tse" userId="1wPdmnL6aoz8KFxyyJuw1Vu34OXXlEmpR63i0qo2JNc=" providerId="None" clId="Web-{F5F3B7BE-9E0F-405C-8594-C6A10EFF4940}" dt="2025-12-11T22:54:57.422" v="206" actId="1076"/>
          <ac:spMkLst>
            <pc:docMk/>
            <pc:sldMk cId="2079718299" sldId="2147483422"/>
            <ac:spMk id="6" creationId="{A0D16171-EFE0-F943-6A3D-2AFFC51D9D29}"/>
          </ac:spMkLst>
        </pc:spChg>
        <pc:spChg chg="del mod">
          <ac:chgData name="Abby Tse" userId="1wPdmnL6aoz8KFxyyJuw1Vu34OXXlEmpR63i0qo2JNc=" providerId="None" clId="Web-{F5F3B7BE-9E0F-405C-8594-C6A10EFF4940}" dt="2025-12-11T22:37:07.701" v="123"/>
          <ac:spMkLst>
            <pc:docMk/>
            <pc:sldMk cId="2079718299" sldId="2147483422"/>
            <ac:spMk id="7" creationId="{2EE2DDCD-9133-04D6-928F-E254BE513D1A}"/>
          </ac:spMkLst>
        </pc:spChg>
        <pc:spChg chg="del mod">
          <ac:chgData name="Abby Tse" userId="1wPdmnL6aoz8KFxyyJuw1Vu34OXXlEmpR63i0qo2JNc=" providerId="None" clId="Web-{F5F3B7BE-9E0F-405C-8594-C6A10EFF4940}" dt="2025-12-11T22:38:36.637" v="144"/>
          <ac:spMkLst>
            <pc:docMk/>
            <pc:sldMk cId="2079718299" sldId="2147483422"/>
            <ac:spMk id="8" creationId="{2242A988-D1FD-8DD1-BACA-9CBADB2E2D28}"/>
          </ac:spMkLst>
        </pc:spChg>
        <pc:spChg chg="del">
          <ac:chgData name="Abby Tse" userId="1wPdmnL6aoz8KFxyyJuw1Vu34OXXlEmpR63i0qo2JNc=" providerId="None" clId="Web-{F5F3B7BE-9E0F-405C-8594-C6A10EFF4940}" dt="2025-12-11T22:37:24.091" v="125"/>
          <ac:spMkLst>
            <pc:docMk/>
            <pc:sldMk cId="2079718299" sldId="2147483422"/>
            <ac:spMk id="11" creationId="{A0D16171-EFE0-F943-6A3D-2AFFC51D9D29}"/>
          </ac:spMkLst>
        </pc:spChg>
        <pc:spChg chg="add del mod">
          <ac:chgData name="Abby Tse" userId="1wPdmnL6aoz8KFxyyJuw1Vu34OXXlEmpR63i0qo2JNc=" providerId="None" clId="Web-{F5F3B7BE-9E0F-405C-8594-C6A10EFF4940}" dt="2025-12-11T22:38:42.496" v="146"/>
          <ac:spMkLst>
            <pc:docMk/>
            <pc:sldMk cId="2079718299" sldId="2147483422"/>
            <ac:spMk id="12" creationId="{B44272DF-CE71-A89E-7128-74D74ABCA604}"/>
          </ac:spMkLst>
        </pc:spChg>
        <pc:spChg chg="add mod">
          <ac:chgData name="Abby Tse" userId="1wPdmnL6aoz8KFxyyJuw1Vu34OXXlEmpR63i0qo2JNc=" providerId="None" clId="Web-{F5F3B7BE-9E0F-405C-8594-C6A10EFF4940}" dt="2025-12-11T22:54:57.422" v="205" actId="1076"/>
          <ac:spMkLst>
            <pc:docMk/>
            <pc:sldMk cId="2079718299" sldId="2147483422"/>
            <ac:spMk id="13" creationId="{91EB02F0-E591-9146-B75A-218C98DEAD47}"/>
          </ac:spMkLst>
        </pc:spChg>
        <pc:spChg chg="add mod">
          <ac:chgData name="Abby Tse" userId="1wPdmnL6aoz8KFxyyJuw1Vu34OXXlEmpR63i0qo2JNc=" providerId="None" clId="Web-{F5F3B7BE-9E0F-405C-8594-C6A10EFF4940}" dt="2025-12-11T22:54:57.422" v="204" actId="1076"/>
          <ac:spMkLst>
            <pc:docMk/>
            <pc:sldMk cId="2079718299" sldId="2147483422"/>
            <ac:spMk id="14" creationId="{43574236-3F0B-2D46-AE3E-C0022F5FF360}"/>
          </ac:spMkLst>
        </pc:spChg>
        <pc:spChg chg="add">
          <ac:chgData name="Abby Tse" userId="1wPdmnL6aoz8KFxyyJuw1Vu34OXXlEmpR63i0qo2JNc=" providerId="None" clId="Web-{F5F3B7BE-9E0F-405C-8594-C6A10EFF4940}" dt="2025-12-11T22:39:44.246" v="154"/>
          <ac:spMkLst>
            <pc:docMk/>
            <pc:sldMk cId="2079718299" sldId="2147483422"/>
            <ac:spMk id="16" creationId="{8407F164-680B-C2C1-F6A5-096760ADC848}"/>
          </ac:spMkLst>
        </pc:spChg>
        <pc:spChg chg="add del mod ord">
          <ac:chgData name="Abby Tse" userId="1wPdmnL6aoz8KFxyyJuw1Vu34OXXlEmpR63i0qo2JNc=" providerId="None" clId="Web-{F5F3B7BE-9E0F-405C-8594-C6A10EFF4940}" dt="2025-12-11T22:54:59.828" v="209"/>
          <ac:spMkLst>
            <pc:docMk/>
            <pc:sldMk cId="2079718299" sldId="2147483422"/>
            <ac:spMk id="17" creationId="{3C2FAC9E-7CF6-567C-BE92-C828393F5173}"/>
          </ac:spMkLst>
        </pc:spChg>
        <pc:spChg chg="add del mod ord">
          <ac:chgData name="Abby Tse" userId="1wPdmnL6aoz8KFxyyJuw1Vu34OXXlEmpR63i0qo2JNc=" providerId="None" clId="Web-{F5F3B7BE-9E0F-405C-8594-C6A10EFF4940}" dt="2025-12-11T22:54:59.828" v="209"/>
          <ac:spMkLst>
            <pc:docMk/>
            <pc:sldMk cId="2079718299" sldId="2147483422"/>
            <ac:spMk id="18" creationId="{0F607915-8110-F36C-0C05-C88532B580B7}"/>
          </ac:spMkLst>
        </pc:spChg>
        <pc:picChg chg="add mod">
          <ac:chgData name="Abby Tse" userId="1wPdmnL6aoz8KFxyyJuw1Vu34OXXlEmpR63i0qo2JNc=" providerId="None" clId="Web-{F5F3B7BE-9E0F-405C-8594-C6A10EFF4940}" dt="2025-12-11T22:54:57.422" v="208" actId="1076"/>
          <ac:picMkLst>
            <pc:docMk/>
            <pc:sldMk cId="2079718299" sldId="2147483422"/>
            <ac:picMk id="3" creationId="{13947D51-9AC9-76D1-70C7-F52CE8C7C0F3}"/>
          </ac:picMkLst>
        </pc:picChg>
        <pc:picChg chg="del">
          <ac:chgData name="Abby Tse" userId="1wPdmnL6aoz8KFxyyJuw1Vu34OXXlEmpR63i0qo2JNc=" providerId="None" clId="Web-{F5F3B7BE-9E0F-405C-8594-C6A10EFF4940}" dt="2025-12-11T22:37:24.091" v="127"/>
          <ac:picMkLst>
            <pc:docMk/>
            <pc:sldMk cId="2079718299" sldId="2147483422"/>
            <ac:picMk id="4" creationId="{13947D51-9AC9-76D1-70C7-F52CE8C7C0F3}"/>
          </ac:picMkLst>
        </pc:picChg>
        <pc:picChg chg="add mod">
          <ac:chgData name="Abby Tse" userId="1wPdmnL6aoz8KFxyyJuw1Vu34OXXlEmpR63i0qo2JNc=" providerId="None" clId="Web-{F5F3B7BE-9E0F-405C-8594-C6A10EFF4940}" dt="2025-12-11T22:54:57.422" v="207" actId="1076"/>
          <ac:picMkLst>
            <pc:docMk/>
            <pc:sldMk cId="2079718299" sldId="2147483422"/>
            <ac:picMk id="5" creationId="{9D5198AC-A217-E3B5-7A7B-17FFE6424C07}"/>
          </ac:picMkLst>
        </pc:picChg>
        <pc:picChg chg="del">
          <ac:chgData name="Abby Tse" userId="1wPdmnL6aoz8KFxyyJuw1Vu34OXXlEmpR63i0qo2JNc=" providerId="None" clId="Web-{F5F3B7BE-9E0F-405C-8594-C6A10EFF4940}" dt="2025-12-11T22:37:24.091" v="126"/>
          <ac:picMkLst>
            <pc:docMk/>
            <pc:sldMk cId="2079718299" sldId="2147483422"/>
            <ac:picMk id="10" creationId="{9D5198AC-A217-E3B5-7A7B-17FFE6424C07}"/>
          </ac:picMkLst>
        </pc:picChg>
      </pc:sldChg>
      <pc:sldChg chg="addSp delSp modSp add del mod modClrScheme chgLayout">
        <pc:chgData name="Abby Tse" userId="1wPdmnL6aoz8KFxyyJuw1Vu34OXXlEmpR63i0qo2JNc=" providerId="None" clId="Web-{F5F3B7BE-9E0F-405C-8594-C6A10EFF4940}" dt="2025-12-11T23:08:57.605" v="294" actId="20577"/>
        <pc:sldMkLst>
          <pc:docMk/>
          <pc:sldMk cId="339993850" sldId="2147483447"/>
        </pc:sldMkLst>
        <pc:spChg chg="del mod">
          <ac:chgData name="Abby Tse" userId="1wPdmnL6aoz8KFxyyJuw1Vu34OXXlEmpR63i0qo2JNc=" providerId="None" clId="Web-{F5F3B7BE-9E0F-405C-8594-C6A10EFF4940}" dt="2025-12-11T23:08:50.168" v="292" actId="20577"/>
          <ac:spMkLst>
            <pc:docMk/>
            <pc:sldMk cId="339993850" sldId="2147483447"/>
            <ac:spMk id="2" creationId="{F2F265D9-C077-F215-1A9B-843F11C8E455}"/>
          </ac:spMkLst>
        </pc:spChg>
        <pc:spChg chg="mod">
          <ac:chgData name="Abby Tse" userId="1wPdmnL6aoz8KFxyyJuw1Vu34OXXlEmpR63i0qo2JNc=" providerId="None" clId="Web-{F5F3B7BE-9E0F-405C-8594-C6A10EFF4940}" dt="2025-12-11T23:08:57.605" v="294" actId="20577"/>
          <ac:spMkLst>
            <pc:docMk/>
            <pc:sldMk cId="339993850" sldId="2147483447"/>
            <ac:spMk id="5" creationId="{27EE0476-A6A0-8E8A-3E95-1C8BA717772A}"/>
          </ac:spMkLst>
        </pc:spChg>
        <pc:spChg chg="add del mod ord">
          <ac:chgData name="Abby Tse" userId="1wPdmnL6aoz8KFxyyJuw1Vu34OXXlEmpR63i0qo2JNc=" providerId="None" clId="Web-{F5F3B7BE-9E0F-405C-8594-C6A10EFF4940}" dt="2025-12-11T23:04:32.605" v="256"/>
          <ac:spMkLst>
            <pc:docMk/>
            <pc:sldMk cId="339993850" sldId="2147483447"/>
            <ac:spMk id="6" creationId="{7020F6E8-1650-653B-88E6-B7B525107AF5}"/>
          </ac:spMkLst>
        </pc:spChg>
        <pc:spChg chg="add del mod ord">
          <ac:chgData name="Abby Tse" userId="1wPdmnL6aoz8KFxyyJuw1Vu34OXXlEmpR63i0qo2JNc=" providerId="None" clId="Web-{F5F3B7BE-9E0F-405C-8594-C6A10EFF4940}" dt="2025-12-11T22:28:38.928" v="118"/>
          <ac:spMkLst>
            <pc:docMk/>
            <pc:sldMk cId="339993850" sldId="2147483447"/>
            <ac:spMk id="10" creationId="{4B7D36C8-1B08-E050-94F2-F0AF7C90BD2C}"/>
          </ac:spMkLst>
        </pc:spChg>
        <pc:spChg chg="add del mod ord">
          <ac:chgData name="Abby Tse" userId="1wPdmnL6aoz8KFxyyJuw1Vu34OXXlEmpR63i0qo2JNc=" providerId="None" clId="Web-{F5F3B7BE-9E0F-405C-8594-C6A10EFF4940}" dt="2025-12-11T22:28:37.522" v="117"/>
          <ac:spMkLst>
            <pc:docMk/>
            <pc:sldMk cId="339993850" sldId="2147483447"/>
            <ac:spMk id="11" creationId="{FCA3F3BD-699A-9C62-0AA5-1F98FE94D8A5}"/>
          </ac:spMkLst>
        </pc:spChg>
        <pc:picChg chg="add del mod">
          <ac:chgData name="Abby Tse" userId="1wPdmnL6aoz8KFxyyJuw1Vu34OXXlEmpR63i0qo2JNc=" providerId="None" clId="Web-{F5F3B7BE-9E0F-405C-8594-C6A10EFF4940}" dt="2025-12-11T23:04:32.605" v="255"/>
          <ac:picMkLst>
            <pc:docMk/>
            <pc:sldMk cId="339993850" sldId="2147483447"/>
            <ac:picMk id="7" creationId="{DAADC1E2-BD82-3A5C-F52F-6B1682D88A86}"/>
          </ac:picMkLst>
        </pc:picChg>
        <pc:picChg chg="del">
          <ac:chgData name="Abby Tse" userId="1wPdmnL6aoz8KFxyyJuw1Vu34OXXlEmpR63i0qo2JNc=" providerId="None" clId="Web-{F5F3B7BE-9E0F-405C-8594-C6A10EFF4940}" dt="2025-12-11T22:08:27.974" v="63"/>
          <ac:picMkLst>
            <pc:docMk/>
            <pc:sldMk cId="339993850" sldId="2147483447"/>
            <ac:picMk id="8" creationId="{D09ADE85-53F4-B8BC-6B9F-E7EDAB8C396D}"/>
          </ac:picMkLst>
        </pc:picChg>
        <pc:picChg chg="add del mod">
          <ac:chgData name="Abby Tse" userId="1wPdmnL6aoz8KFxyyJuw1Vu34OXXlEmpR63i0qo2JNc=" providerId="None" clId="Web-{F5F3B7BE-9E0F-405C-8594-C6A10EFF4940}" dt="2025-12-11T22:08:37.942" v="67"/>
          <ac:picMkLst>
            <pc:docMk/>
            <pc:sldMk cId="339993850" sldId="2147483447"/>
            <ac:picMk id="9" creationId="{D87472B1-0F85-9ED2-FEC5-A0E05869C6E4}"/>
          </ac:picMkLst>
        </pc:picChg>
      </pc:sldChg>
      <pc:sldChg chg="addSp delSp modSp add del">
        <pc:chgData name="Abby Tse" userId="1wPdmnL6aoz8KFxyyJuw1Vu34OXXlEmpR63i0qo2JNc=" providerId="None" clId="Web-{F5F3B7BE-9E0F-405C-8594-C6A10EFF4940}" dt="2025-12-11T23:09:16.183" v="297"/>
        <pc:sldMkLst>
          <pc:docMk/>
          <pc:sldMk cId="430986391" sldId="2147483471"/>
        </pc:sldMkLst>
        <pc:spChg chg="add">
          <ac:chgData name="Abby Tse" userId="1wPdmnL6aoz8KFxyyJuw1Vu34OXXlEmpR63i0qo2JNc=" providerId="None" clId="Web-{F5F3B7BE-9E0F-405C-8594-C6A10EFF4940}" dt="2025-12-11T22:40:09.449" v="159"/>
          <ac:spMkLst>
            <pc:docMk/>
            <pc:sldMk cId="430986391" sldId="2147483471"/>
            <ac:spMk id="6" creationId="{280268A6-718E-7721-2A48-601642BEBCBC}"/>
          </ac:spMkLst>
        </pc:spChg>
        <pc:spChg chg="del mod">
          <ac:chgData name="Abby Tse" userId="1wPdmnL6aoz8KFxyyJuw1Vu34OXXlEmpR63i0qo2JNc=" providerId="None" clId="Web-{F5F3B7BE-9E0F-405C-8594-C6A10EFF4940}" dt="2025-12-11T23:09:01.386" v="295"/>
          <ac:spMkLst>
            <pc:docMk/>
            <pc:sldMk cId="430986391" sldId="2147483471"/>
            <ac:spMk id="13" creationId="{2C4737BC-3B89-BE96-6C4C-89BB4990D5AA}"/>
          </ac:spMkLst>
        </pc:spChg>
      </pc:sldChg>
      <pc:sldChg chg="addSp delSp modSp modNotes">
        <pc:chgData name="Abby Tse" userId="1wPdmnL6aoz8KFxyyJuw1Vu34OXXlEmpR63i0qo2JNc=" providerId="None" clId="Web-{F5F3B7BE-9E0F-405C-8594-C6A10EFF4940}" dt="2025-12-11T23:27:21.190" v="344" actId="1076"/>
        <pc:sldMkLst>
          <pc:docMk/>
          <pc:sldMk cId="1763799724" sldId="2147483616"/>
        </pc:sldMkLst>
        <pc:spChg chg="mod">
          <ac:chgData name="Abby Tse" userId="1wPdmnL6aoz8KFxyyJuw1Vu34OXXlEmpR63i0qo2JNc=" providerId="None" clId="Web-{F5F3B7BE-9E0F-405C-8594-C6A10EFF4940}" dt="2025-12-11T22:20:08.495" v="90" actId="1076"/>
          <ac:spMkLst>
            <pc:docMk/>
            <pc:sldMk cId="1763799724" sldId="2147483616"/>
            <ac:spMk id="3" creationId="{E112F493-5C45-C78C-10E7-439FA38BCFFF}"/>
          </ac:spMkLst>
        </pc:spChg>
        <pc:spChg chg="mod">
          <ac:chgData name="Abby Tse" userId="1wPdmnL6aoz8KFxyyJuw1Vu34OXXlEmpR63i0qo2JNc=" providerId="None" clId="Web-{F5F3B7BE-9E0F-405C-8594-C6A10EFF4940}" dt="2025-12-11T23:27:21.190" v="344" actId="1076"/>
          <ac:spMkLst>
            <pc:docMk/>
            <pc:sldMk cId="1763799724" sldId="2147483616"/>
            <ac:spMk id="11" creationId="{5A9AA2D3-2D50-FA1C-F2E6-90CF1BAE0D6E}"/>
          </ac:spMkLst>
        </pc:spChg>
        <pc:spChg chg="mod">
          <ac:chgData name="Abby Tse" userId="1wPdmnL6aoz8KFxyyJuw1Vu34OXXlEmpR63i0qo2JNc=" providerId="None" clId="Web-{F5F3B7BE-9E0F-405C-8594-C6A10EFF4940}" dt="2025-12-11T22:39:40.152" v="153" actId="20577"/>
          <ac:spMkLst>
            <pc:docMk/>
            <pc:sldMk cId="1763799724" sldId="2147483616"/>
            <ac:spMk id="14" creationId="{43AD81FC-98FE-C9E1-8F20-C723A4CB8748}"/>
          </ac:spMkLst>
        </pc:spChg>
        <pc:picChg chg="add mod modCrop">
          <ac:chgData name="Abby Tse" userId="1wPdmnL6aoz8KFxyyJuw1Vu34OXXlEmpR63i0qo2JNc=" providerId="None" clId="Web-{F5F3B7BE-9E0F-405C-8594-C6A10EFF4940}" dt="2025-12-11T22:21:29.056" v="96"/>
          <ac:picMkLst>
            <pc:docMk/>
            <pc:sldMk cId="1763799724" sldId="2147483616"/>
            <ac:picMk id="2" creationId="{3CEA3BDB-B065-1148-4D12-7F3893A0260D}"/>
          </ac:picMkLst>
        </pc:picChg>
        <pc:picChg chg="del mod modCrop">
          <ac:chgData name="Abby Tse" userId="1wPdmnL6aoz8KFxyyJuw1Vu34OXXlEmpR63i0qo2JNc=" providerId="None" clId="Web-{F5F3B7BE-9E0F-405C-8594-C6A10EFF4940}" dt="2025-12-11T22:19:25.589" v="84"/>
          <ac:picMkLst>
            <pc:docMk/>
            <pc:sldMk cId="1763799724" sldId="2147483616"/>
            <ac:picMk id="13" creationId="{514B9FC2-8517-5A6B-64A2-C0C5613661F6}"/>
          </ac:picMkLst>
        </pc:picChg>
      </pc:sldChg>
      <pc:sldChg chg="addSp delSp modSp add del mod replId modClrScheme chgLayout">
        <pc:chgData name="Abby Tse" userId="1wPdmnL6aoz8KFxyyJuw1Vu34OXXlEmpR63i0qo2JNc=" providerId="None" clId="Web-{F5F3B7BE-9E0F-405C-8594-C6A10EFF4940}" dt="2025-12-11T22:01:31.712" v="41"/>
        <pc:sldMkLst>
          <pc:docMk/>
          <pc:sldMk cId="1122665586" sldId="2147483617"/>
        </pc:sldMkLst>
        <pc:spChg chg="add del mod ord">
          <ac:chgData name="Abby Tse" userId="1wPdmnL6aoz8KFxyyJuw1Vu34OXXlEmpR63i0qo2JNc=" providerId="None" clId="Web-{F5F3B7BE-9E0F-405C-8594-C6A10EFF4940}" dt="2025-12-11T22:01:23.743" v="37" actId="20577"/>
          <ac:spMkLst>
            <pc:docMk/>
            <pc:sldMk cId="1122665586" sldId="2147483617"/>
            <ac:spMk id="2" creationId="{176BFA5F-5DD6-BE4A-8A88-E4589DB95A7A}"/>
          </ac:spMkLst>
        </pc:spChg>
        <pc:spChg chg="add del mod">
          <ac:chgData name="Abby Tse" userId="1wPdmnL6aoz8KFxyyJuw1Vu34OXXlEmpR63i0qo2JNc=" providerId="None" clId="Web-{F5F3B7BE-9E0F-405C-8594-C6A10EFF4940}" dt="2025-12-11T21:59:34.824" v="15"/>
          <ac:spMkLst>
            <pc:docMk/>
            <pc:sldMk cId="1122665586" sldId="2147483617"/>
            <ac:spMk id="5" creationId="{0E92D33C-4B20-A9E0-CA0E-87F7BCC90C6B}"/>
          </ac:spMkLst>
        </pc:spChg>
        <pc:spChg chg="add del">
          <ac:chgData name="Abby Tse" userId="1wPdmnL6aoz8KFxyyJuw1Vu34OXXlEmpR63i0qo2JNc=" providerId="None" clId="Web-{F5F3B7BE-9E0F-405C-8594-C6A10EFF4940}" dt="2025-12-11T22:00:33.729" v="29"/>
          <ac:spMkLst>
            <pc:docMk/>
            <pc:sldMk cId="1122665586" sldId="2147483617"/>
            <ac:spMk id="7" creationId="{2C82195F-AE02-C7FE-6FEB-ECC2237B5B73}"/>
          </ac:spMkLst>
        </pc:spChg>
        <pc:spChg chg="del">
          <ac:chgData name="Abby Tse" userId="1wPdmnL6aoz8KFxyyJuw1Vu34OXXlEmpR63i0qo2JNc=" providerId="None" clId="Web-{F5F3B7BE-9E0F-405C-8594-C6A10EFF4940}" dt="2025-12-11T21:59:38.183" v="16"/>
          <ac:spMkLst>
            <pc:docMk/>
            <pc:sldMk cId="1122665586" sldId="2147483617"/>
            <ac:spMk id="8" creationId="{A6C95389-487F-5F8C-329E-B3B0ADF1B91D}"/>
          </ac:spMkLst>
        </pc:spChg>
        <pc:picChg chg="del">
          <ac:chgData name="Abby Tse" userId="1wPdmnL6aoz8KFxyyJuw1Vu34OXXlEmpR63i0qo2JNc=" providerId="None" clId="Web-{F5F3B7BE-9E0F-405C-8594-C6A10EFF4940}" dt="2025-12-11T21:59:44.933" v="20"/>
          <ac:picMkLst>
            <pc:docMk/>
            <pc:sldMk cId="1122665586" sldId="2147483617"/>
            <ac:picMk id="4" creationId="{5A025F52-9ED0-0F61-911C-8A93965575DF}"/>
          </ac:picMkLst>
        </pc:picChg>
        <pc:picChg chg="add del mod">
          <ac:chgData name="Abby Tse" userId="1wPdmnL6aoz8KFxyyJuw1Vu34OXXlEmpR63i0qo2JNc=" providerId="None" clId="Web-{F5F3B7BE-9E0F-405C-8594-C6A10EFF4940}" dt="2025-12-11T22:01:07.665" v="31"/>
          <ac:picMkLst>
            <pc:docMk/>
            <pc:sldMk cId="1122665586" sldId="2147483617"/>
            <ac:picMk id="6" creationId="{6C575F9E-6E64-6796-EAB7-52F35F13D6FB}"/>
          </ac:picMkLst>
        </pc:picChg>
        <pc:picChg chg="del">
          <ac:chgData name="Abby Tse" userId="1wPdmnL6aoz8KFxyyJuw1Vu34OXXlEmpR63i0qo2JNc=" providerId="None" clId="Web-{F5F3B7BE-9E0F-405C-8594-C6A10EFF4940}" dt="2025-12-11T21:59:58.620" v="25"/>
          <ac:picMkLst>
            <pc:docMk/>
            <pc:sldMk cId="1122665586" sldId="2147483617"/>
            <ac:picMk id="10" creationId="{DA9EEFDD-A0CC-81EF-A82C-FFB258249A96}"/>
          </ac:picMkLst>
        </pc:picChg>
      </pc:sldChg>
      <pc:sldChg chg="addSp delSp modSp add del modNotes">
        <pc:chgData name="Abby Tse" userId="1wPdmnL6aoz8KFxyyJuw1Vu34OXXlEmpR63i0qo2JNc=" providerId="None" clId="Web-{F5F3B7BE-9E0F-405C-8594-C6A10EFF4940}" dt="2025-12-12T14:40:25.531" v="375"/>
        <pc:sldMkLst>
          <pc:docMk/>
          <pc:sldMk cId="2961101774" sldId="2147483617"/>
        </pc:sldMkLst>
        <pc:spChg chg="del">
          <ac:chgData name="Abby Tse" userId="1wPdmnL6aoz8KFxyyJuw1Vu34OXXlEmpR63i0qo2JNc=" providerId="None" clId="Web-{F5F3B7BE-9E0F-405C-8594-C6A10EFF4940}" dt="2025-12-11T23:04:25.449" v="243"/>
          <ac:spMkLst>
            <pc:docMk/>
            <pc:sldMk cId="2961101774" sldId="2147483617"/>
            <ac:spMk id="4" creationId="{F3CA9B65-5998-4A1D-C5B1-9ACC21253B53}"/>
          </ac:spMkLst>
        </pc:spChg>
        <pc:spChg chg="del">
          <ac:chgData name="Abby Tse" userId="1wPdmnL6aoz8KFxyyJuw1Vu34OXXlEmpR63i0qo2JNc=" providerId="None" clId="Web-{F5F3B7BE-9E0F-405C-8594-C6A10EFF4940}" dt="2025-12-11T23:04:25.449" v="242"/>
          <ac:spMkLst>
            <pc:docMk/>
            <pc:sldMk cId="2961101774" sldId="2147483617"/>
            <ac:spMk id="5" creationId="{194A3AC8-0B64-3013-3673-EECB11D63FA1}"/>
          </ac:spMkLst>
        </pc:spChg>
        <pc:spChg chg="del">
          <ac:chgData name="Abby Tse" userId="1wPdmnL6aoz8KFxyyJuw1Vu34OXXlEmpR63i0qo2JNc=" providerId="None" clId="Web-{F5F3B7BE-9E0F-405C-8594-C6A10EFF4940}" dt="2025-12-11T23:04:25.449" v="241"/>
          <ac:spMkLst>
            <pc:docMk/>
            <pc:sldMk cId="2961101774" sldId="2147483617"/>
            <ac:spMk id="6" creationId="{DAF44AEE-1A4D-3B91-B8E9-7031A15D4FCE}"/>
          </ac:spMkLst>
        </pc:spChg>
        <pc:spChg chg="del">
          <ac:chgData name="Abby Tse" userId="1wPdmnL6aoz8KFxyyJuw1Vu34OXXlEmpR63i0qo2JNc=" providerId="None" clId="Web-{F5F3B7BE-9E0F-405C-8594-C6A10EFF4940}" dt="2025-12-11T22:39:48.058" v="155"/>
          <ac:spMkLst>
            <pc:docMk/>
            <pc:sldMk cId="2961101774" sldId="2147483617"/>
            <ac:spMk id="7" creationId="{E26DE6C3-6266-F78B-F934-A44AC436B036}"/>
          </ac:spMkLst>
        </pc:spChg>
        <pc:spChg chg="add">
          <ac:chgData name="Abby Tse" userId="1wPdmnL6aoz8KFxyyJuw1Vu34OXXlEmpR63i0qo2JNc=" providerId="None" clId="Web-{F5F3B7BE-9E0F-405C-8594-C6A10EFF4940}" dt="2025-12-11T22:39:48.465" v="156"/>
          <ac:spMkLst>
            <pc:docMk/>
            <pc:sldMk cId="2961101774" sldId="2147483617"/>
            <ac:spMk id="10" creationId="{6DB98F73-540D-9CAD-E8A4-5314B91A1230}"/>
          </ac:spMkLst>
        </pc:spChg>
        <pc:spChg chg="add del mod">
          <ac:chgData name="Abby Tse" userId="1wPdmnL6aoz8KFxyyJuw1Vu34OXXlEmpR63i0qo2JNc=" providerId="None" clId="Web-{F5F3B7BE-9E0F-405C-8594-C6A10EFF4940}" dt="2025-12-11T23:26:01.426" v="330"/>
          <ac:spMkLst>
            <pc:docMk/>
            <pc:sldMk cId="2961101774" sldId="2147483617"/>
            <ac:spMk id="12" creationId="{7020F6E8-1650-653B-88E6-B7B525107AF5}"/>
          </ac:spMkLst>
        </pc:spChg>
        <pc:spChg chg="add del mod">
          <ac:chgData name="Abby Tse" userId="1wPdmnL6aoz8KFxyyJuw1Vu34OXXlEmpR63i0qo2JNc=" providerId="None" clId="Web-{F5F3B7BE-9E0F-405C-8594-C6A10EFF4940}" dt="2025-12-11T23:23:34.383" v="313"/>
          <ac:spMkLst>
            <pc:docMk/>
            <pc:sldMk cId="2961101774" sldId="2147483617"/>
            <ac:spMk id="13" creationId="{42E06850-08E9-204C-EDFE-41D3C6EEE42F}"/>
          </ac:spMkLst>
        </pc:spChg>
        <pc:spChg chg="del">
          <ac:chgData name="Abby Tse" userId="1wPdmnL6aoz8KFxyyJuw1Vu34OXXlEmpR63i0qo2JNc=" providerId="None" clId="Web-{F5F3B7BE-9E0F-405C-8594-C6A10EFF4940}" dt="2025-12-11T23:04:25.449" v="252"/>
          <ac:spMkLst>
            <pc:docMk/>
            <pc:sldMk cId="2961101774" sldId="2147483617"/>
            <ac:spMk id="18" creationId="{38E61586-AE47-12F4-CD60-6C4019442678}"/>
          </ac:spMkLst>
        </pc:spChg>
        <pc:spChg chg="del">
          <ac:chgData name="Abby Tse" userId="1wPdmnL6aoz8KFxyyJuw1Vu34OXXlEmpR63i0qo2JNc=" providerId="None" clId="Web-{F5F3B7BE-9E0F-405C-8594-C6A10EFF4940}" dt="2025-12-11T23:04:25.449" v="251"/>
          <ac:spMkLst>
            <pc:docMk/>
            <pc:sldMk cId="2961101774" sldId="2147483617"/>
            <ac:spMk id="19" creationId="{A34E4AF0-7855-D801-53A3-58DD591EA749}"/>
          </ac:spMkLst>
        </pc:spChg>
        <pc:spChg chg="mod">
          <ac:chgData name="Abby Tse" userId="1wPdmnL6aoz8KFxyyJuw1Vu34OXXlEmpR63i0qo2JNc=" providerId="None" clId="Web-{F5F3B7BE-9E0F-405C-8594-C6A10EFF4940}" dt="2025-12-11T23:22:47.165" v="311" actId="1076"/>
          <ac:spMkLst>
            <pc:docMk/>
            <pc:sldMk cId="2961101774" sldId="2147483617"/>
            <ac:spMk id="20" creationId="{C02D13C4-09C3-F9B6-0372-1CA34A9121BC}"/>
          </ac:spMkLst>
        </pc:spChg>
        <pc:spChg chg="del">
          <ac:chgData name="Abby Tse" userId="1wPdmnL6aoz8KFxyyJuw1Vu34OXXlEmpR63i0qo2JNc=" providerId="None" clId="Web-{F5F3B7BE-9E0F-405C-8594-C6A10EFF4940}" dt="2025-12-11T23:04:25.449" v="250"/>
          <ac:spMkLst>
            <pc:docMk/>
            <pc:sldMk cId="2961101774" sldId="2147483617"/>
            <ac:spMk id="21" creationId="{DFEBE415-D08A-1AF3-8094-B006907042FD}"/>
          </ac:spMkLst>
        </pc:spChg>
        <pc:spChg chg="del">
          <ac:chgData name="Abby Tse" userId="1wPdmnL6aoz8KFxyyJuw1Vu34OXXlEmpR63i0qo2JNc=" providerId="None" clId="Web-{F5F3B7BE-9E0F-405C-8594-C6A10EFF4940}" dt="2025-12-11T23:04:25.449" v="249"/>
          <ac:spMkLst>
            <pc:docMk/>
            <pc:sldMk cId="2961101774" sldId="2147483617"/>
            <ac:spMk id="22" creationId="{812FFDBE-E3FF-3C5C-146B-D071BE6CACC9}"/>
          </ac:spMkLst>
        </pc:spChg>
        <pc:spChg chg="del">
          <ac:chgData name="Abby Tse" userId="1wPdmnL6aoz8KFxyyJuw1Vu34OXXlEmpR63i0qo2JNc=" providerId="None" clId="Web-{F5F3B7BE-9E0F-405C-8594-C6A10EFF4940}" dt="2025-12-11T23:04:25.449" v="248"/>
          <ac:spMkLst>
            <pc:docMk/>
            <pc:sldMk cId="2961101774" sldId="2147483617"/>
            <ac:spMk id="23" creationId="{F076E3A6-C3C7-8A52-2CB2-0EBFF22399F3}"/>
          </ac:spMkLst>
        </pc:spChg>
        <pc:spChg chg="del">
          <ac:chgData name="Abby Tse" userId="1wPdmnL6aoz8KFxyyJuw1Vu34OXXlEmpR63i0qo2JNc=" providerId="None" clId="Web-{F5F3B7BE-9E0F-405C-8594-C6A10EFF4940}" dt="2025-12-11T23:04:25.449" v="247"/>
          <ac:spMkLst>
            <pc:docMk/>
            <pc:sldMk cId="2961101774" sldId="2147483617"/>
            <ac:spMk id="24" creationId="{C3463A90-670D-8515-378E-3178F2ED7432}"/>
          </ac:spMkLst>
        </pc:spChg>
        <pc:spChg chg="mod">
          <ac:chgData name="Abby Tse" userId="1wPdmnL6aoz8KFxyyJuw1Vu34OXXlEmpR63i0qo2JNc=" providerId="None" clId="Web-{F5F3B7BE-9E0F-405C-8594-C6A10EFF4940}" dt="2025-12-11T23:22:47.165" v="310" actId="1076"/>
          <ac:spMkLst>
            <pc:docMk/>
            <pc:sldMk cId="2961101774" sldId="2147483617"/>
            <ac:spMk id="25" creationId="{EA9F2A6B-8DC1-8C76-6809-63A5849CDC0C}"/>
          </ac:spMkLst>
        </pc:spChg>
        <pc:spChg chg="del">
          <ac:chgData name="Abby Tse" userId="1wPdmnL6aoz8KFxyyJuw1Vu34OXXlEmpR63i0qo2JNc=" providerId="None" clId="Web-{F5F3B7BE-9E0F-405C-8594-C6A10EFF4940}" dt="2025-12-11T23:04:25.449" v="244"/>
          <ac:spMkLst>
            <pc:docMk/>
            <pc:sldMk cId="2961101774" sldId="2147483617"/>
            <ac:spMk id="31" creationId="{080181A3-9E41-205E-00BA-6D7694EF838F}"/>
          </ac:spMkLst>
        </pc:spChg>
        <pc:spChg chg="add mod">
          <ac:chgData name="Abby Tse" userId="1wPdmnL6aoz8KFxyyJuw1Vu34OXXlEmpR63i0qo2JNc=" providerId="None" clId="Web-{F5F3B7BE-9E0F-405C-8594-C6A10EFF4940}" dt="2025-12-11T23:27:02.362" v="341" actId="1076"/>
          <ac:spMkLst>
            <pc:docMk/>
            <pc:sldMk cId="2961101774" sldId="2147483617"/>
            <ac:spMk id="32" creationId="{55E332F4-041F-6423-5CA6-0713E8835411}"/>
          </ac:spMkLst>
        </pc:spChg>
        <pc:spChg chg="add mod">
          <ac:chgData name="Abby Tse" userId="1wPdmnL6aoz8KFxyyJuw1Vu34OXXlEmpR63i0qo2JNc=" providerId="None" clId="Web-{F5F3B7BE-9E0F-405C-8594-C6A10EFF4940}" dt="2025-12-11T23:46:35.927" v="372" actId="20577"/>
          <ac:spMkLst>
            <pc:docMk/>
            <pc:sldMk cId="2961101774" sldId="2147483617"/>
            <ac:spMk id="33" creationId="{42E06850-08E9-204C-EDFE-41D3C6EEE42F}"/>
          </ac:spMkLst>
        </pc:spChg>
        <pc:picChg chg="add del mod">
          <ac:chgData name="Abby Tse" userId="1wPdmnL6aoz8KFxyyJuw1Vu34OXXlEmpR63i0qo2JNc=" providerId="None" clId="Web-{F5F3B7BE-9E0F-405C-8594-C6A10EFF4940}" dt="2025-12-11T23:25:28.083" v="315"/>
          <ac:picMkLst>
            <pc:docMk/>
            <pc:sldMk cId="2961101774" sldId="2147483617"/>
            <ac:picMk id="14" creationId="{DAADC1E2-BD82-3A5C-F52F-6B1682D88A86}"/>
          </ac:picMkLst>
        </pc:picChg>
        <pc:picChg chg="add mod">
          <ac:chgData name="Abby Tse" userId="1wPdmnL6aoz8KFxyyJuw1Vu34OXXlEmpR63i0qo2JNc=" providerId="None" clId="Web-{F5F3B7BE-9E0F-405C-8594-C6A10EFF4940}" dt="2025-12-11T23:27:02.347" v="340" actId="1076"/>
          <ac:picMkLst>
            <pc:docMk/>
            <pc:sldMk cId="2961101774" sldId="2147483617"/>
            <ac:picMk id="30" creationId="{FED07618-CC1D-E703-98A7-B139957EB3C3}"/>
          </ac:picMkLst>
        </pc:picChg>
        <pc:cxnChg chg="del">
          <ac:chgData name="Abby Tse" userId="1wPdmnL6aoz8KFxyyJuw1Vu34OXXlEmpR63i0qo2JNc=" providerId="None" clId="Web-{F5F3B7BE-9E0F-405C-8594-C6A10EFF4940}" dt="2025-12-11T23:04:25.449" v="254"/>
          <ac:cxnSpMkLst>
            <pc:docMk/>
            <pc:sldMk cId="2961101774" sldId="2147483617"/>
            <ac:cxnSpMk id="15" creationId="{1C5E9627-D650-FCBA-705F-A62168A8157C}"/>
          </ac:cxnSpMkLst>
        </pc:cxnChg>
        <pc:cxnChg chg="del">
          <ac:chgData name="Abby Tse" userId="1wPdmnL6aoz8KFxyyJuw1Vu34OXXlEmpR63i0qo2JNc=" providerId="None" clId="Web-{F5F3B7BE-9E0F-405C-8594-C6A10EFF4940}" dt="2025-12-11T23:04:25.449" v="253"/>
          <ac:cxnSpMkLst>
            <pc:docMk/>
            <pc:sldMk cId="2961101774" sldId="2147483617"/>
            <ac:cxnSpMk id="16" creationId="{9BDBABA0-C3DD-B95E-593B-A629220F967A}"/>
          </ac:cxnSpMkLst>
        </pc:cxnChg>
        <pc:cxnChg chg="mod">
          <ac:chgData name="Abby Tse" userId="1wPdmnL6aoz8KFxyyJuw1Vu34OXXlEmpR63i0qo2JNc=" providerId="None" clId="Web-{F5F3B7BE-9E0F-405C-8594-C6A10EFF4940}" dt="2025-12-11T23:22:47.165" v="309" actId="1076"/>
          <ac:cxnSpMkLst>
            <pc:docMk/>
            <pc:sldMk cId="2961101774" sldId="2147483617"/>
            <ac:cxnSpMk id="27" creationId="{E1FA9D67-E758-D073-A20D-EC8FC6BE3985}"/>
          </ac:cxnSpMkLst>
        </pc:cxnChg>
        <pc:cxnChg chg="del">
          <ac:chgData name="Abby Tse" userId="1wPdmnL6aoz8KFxyyJuw1Vu34OXXlEmpR63i0qo2JNc=" providerId="None" clId="Web-{F5F3B7BE-9E0F-405C-8594-C6A10EFF4940}" dt="2025-12-11T23:04:25.449" v="246"/>
          <ac:cxnSpMkLst>
            <pc:docMk/>
            <pc:sldMk cId="2961101774" sldId="2147483617"/>
            <ac:cxnSpMk id="28" creationId="{9EFADF22-548D-E207-6E20-55E5A732AC6A}"/>
          </ac:cxnSpMkLst>
        </pc:cxnChg>
        <pc:cxnChg chg="del">
          <ac:chgData name="Abby Tse" userId="1wPdmnL6aoz8KFxyyJuw1Vu34OXXlEmpR63i0qo2JNc=" providerId="None" clId="Web-{F5F3B7BE-9E0F-405C-8594-C6A10EFF4940}" dt="2025-12-11T23:04:25.449" v="245"/>
          <ac:cxnSpMkLst>
            <pc:docMk/>
            <pc:sldMk cId="2961101774" sldId="2147483617"/>
            <ac:cxnSpMk id="29" creationId="{371C266E-D58D-4C08-D49C-AF843097DC4A}"/>
          </ac:cxnSpMkLst>
        </pc:cxnChg>
      </pc:sldChg>
      <pc:sldChg chg="modSp add">
        <pc:chgData name="Abby Tse" userId="1wPdmnL6aoz8KFxyyJuw1Vu34OXXlEmpR63i0qo2JNc=" providerId="None" clId="Web-{F5F3B7BE-9E0F-405C-8594-C6A10EFF4940}" dt="2025-12-11T22:49:16.101" v="193" actId="14100"/>
        <pc:sldMkLst>
          <pc:docMk/>
          <pc:sldMk cId="3012454010" sldId="2147483618"/>
        </pc:sldMkLst>
        <pc:spChg chg="mod">
          <ac:chgData name="Abby Tse" userId="1wPdmnL6aoz8KFxyyJuw1Vu34OXXlEmpR63i0qo2JNc=" providerId="None" clId="Web-{F5F3B7BE-9E0F-405C-8594-C6A10EFF4940}" dt="2025-12-11T22:49:16.101" v="193" actId="14100"/>
          <ac:spMkLst>
            <pc:docMk/>
            <pc:sldMk cId="3012454010" sldId="2147483618"/>
            <ac:spMk id="2" creationId="{DDCCF299-D9B7-4B30-CE97-DECA33F3E7DD}"/>
          </ac:spMkLst>
        </pc:spChg>
      </pc:sldChg>
      <pc:sldChg chg="add del replId">
        <pc:chgData name="Abby Tse" userId="1wPdmnL6aoz8KFxyyJuw1Vu34OXXlEmpR63i0qo2JNc=" providerId="None" clId="Web-{F5F3B7BE-9E0F-405C-8594-C6A10EFF4940}" dt="2025-12-11T23:09:16.183" v="298"/>
        <pc:sldMkLst>
          <pc:docMk/>
          <pc:sldMk cId="888424042" sldId="2147483619"/>
        </pc:sldMkLst>
      </pc:sldChg>
      <pc:sldChg chg="modSp add del">
        <pc:chgData name="Abby Tse" userId="1wPdmnL6aoz8KFxyyJuw1Vu34OXXlEmpR63i0qo2JNc=" providerId="None" clId="Web-{F5F3B7BE-9E0F-405C-8594-C6A10EFF4940}" dt="2025-12-12T14:50:55.377" v="388"/>
        <pc:sldMkLst>
          <pc:docMk/>
          <pc:sldMk cId="1631445201" sldId="2147483619"/>
        </pc:sldMkLst>
        <pc:spChg chg="mod">
          <ac:chgData name="Abby Tse" userId="1wPdmnL6aoz8KFxyyJuw1Vu34OXXlEmpR63i0qo2JNc=" providerId="None" clId="Web-{F5F3B7BE-9E0F-405C-8594-C6A10EFF4940}" dt="2025-12-12T14:47:03.320" v="385" actId="20577"/>
          <ac:spMkLst>
            <pc:docMk/>
            <pc:sldMk cId="1631445201" sldId="2147483619"/>
            <ac:spMk id="2" creationId="{F2F265D9-C077-F215-1A9B-843F11C8E455}"/>
          </ac:spMkLst>
        </pc:spChg>
        <pc:spChg chg="mod">
          <ac:chgData name="Abby Tse" userId="1wPdmnL6aoz8KFxyyJuw1Vu34OXXlEmpR63i0qo2JNc=" providerId="None" clId="Web-{F5F3B7BE-9E0F-405C-8594-C6A10EFF4940}" dt="2025-12-12T14:47:36.163" v="387" actId="20577"/>
          <ac:spMkLst>
            <pc:docMk/>
            <pc:sldMk cId="1631445201" sldId="2147483619"/>
            <ac:spMk id="5" creationId="{27EE0476-A6A0-8E8A-3E95-1C8BA717772A}"/>
          </ac:spMkLst>
        </pc:spChg>
      </pc:sldChg>
      <pc:sldMasterChg chg="addSldLayout">
        <pc:chgData name="Abby Tse" userId="1wPdmnL6aoz8KFxyyJuw1Vu34OXXlEmpR63i0qo2JNc=" providerId="None" clId="Web-{F5F3B7BE-9E0F-405C-8594-C6A10EFF4940}" dt="2025-12-12T14:35:49.825" v="373"/>
        <pc:sldMasterMkLst>
          <pc:docMk/>
          <pc:sldMasterMk cId="2460954070" sldId="2147483660"/>
        </pc:sldMasterMkLst>
        <pc:sldLayoutChg chg="add">
          <pc:chgData name="Abby Tse" userId="1wPdmnL6aoz8KFxyyJuw1Vu34OXXlEmpR63i0qo2JNc=" providerId="None" clId="Web-{F5F3B7BE-9E0F-405C-8594-C6A10EFF4940}" dt="2025-12-11T22:01:00.978" v="30"/>
          <pc:sldLayoutMkLst>
            <pc:docMk/>
            <pc:sldMasterMk cId="2460954070" sldId="2147483660"/>
            <pc:sldLayoutMk cId="467671835" sldId="2147483682"/>
          </pc:sldLayoutMkLst>
        </pc:sldLayoutChg>
        <pc:sldLayoutChg chg="add">
          <pc:chgData name="Abby Tse" userId="1wPdmnL6aoz8KFxyyJuw1Vu34OXXlEmpR63i0qo2JNc=" providerId="None" clId="Web-{F5F3B7BE-9E0F-405C-8594-C6A10EFF4940}" dt="2025-12-12T14:35:49.825" v="373"/>
          <pc:sldLayoutMkLst>
            <pc:docMk/>
            <pc:sldMasterMk cId="2460954070" sldId="2147483660"/>
            <pc:sldLayoutMk cId="1378880503" sldId="2147483683"/>
          </pc:sldLayoutMkLst>
        </pc:sldLayoutChg>
      </pc:sldMasterChg>
    </pc:docChg>
  </pc:docChgLst>
  <pc:docChgLst>
    <pc:chgData name="Abby Tse" userId="1wPdmnL6aoz8KFxyyJuw1Vu34OXXlEmpR63i0qo2JNc=" providerId="None" clId="Web-{68601271-D9BE-407B-B05E-598422908386}"/>
    <pc:docChg chg="addSld modSld">
      <pc:chgData name="Abby Tse" userId="1wPdmnL6aoz8KFxyyJuw1Vu34OXXlEmpR63i0qo2JNc=" providerId="None" clId="Web-{68601271-D9BE-407B-B05E-598422908386}" dt="2025-12-11T19:35:45.083" v="20" actId="20577"/>
      <pc:docMkLst>
        <pc:docMk/>
      </pc:docMkLst>
      <pc:sldChg chg="add">
        <pc:chgData name="Abby Tse" userId="1wPdmnL6aoz8KFxyyJuw1Vu34OXXlEmpR63i0qo2JNc=" providerId="None" clId="Web-{68601271-D9BE-407B-B05E-598422908386}" dt="2025-12-11T19:35:16.114" v="19"/>
        <pc:sldMkLst>
          <pc:docMk/>
          <pc:sldMk cId="1008601913" sldId="2142532866"/>
        </pc:sldMkLst>
      </pc:sldChg>
      <pc:sldChg chg="modSp">
        <pc:chgData name="Abby Tse" userId="1wPdmnL6aoz8KFxyyJuw1Vu34OXXlEmpR63i0qo2JNc=" providerId="None" clId="Web-{68601271-D9BE-407B-B05E-598422908386}" dt="2025-12-11T19:31:16.975" v="12" actId="20577"/>
        <pc:sldMkLst>
          <pc:docMk/>
          <pc:sldMk cId="547626146" sldId="2147374120"/>
        </pc:sldMkLst>
        <pc:spChg chg="mod">
          <ac:chgData name="Abby Tse" userId="1wPdmnL6aoz8KFxyyJuw1Vu34OXXlEmpR63i0qo2JNc=" providerId="None" clId="Web-{68601271-D9BE-407B-B05E-598422908386}" dt="2025-12-11T19:31:16.975" v="12" actId="20577"/>
          <ac:spMkLst>
            <pc:docMk/>
            <pc:sldMk cId="547626146" sldId="2147374120"/>
            <ac:spMk id="3" creationId="{91EB02F0-E591-9146-B75A-218C98DEAD47}"/>
          </ac:spMkLst>
        </pc:spChg>
        <pc:spChg chg="mod">
          <ac:chgData name="Abby Tse" userId="1wPdmnL6aoz8KFxyyJuw1Vu34OXXlEmpR63i0qo2JNc=" providerId="None" clId="Web-{68601271-D9BE-407B-B05E-598422908386}" dt="2025-12-11T19:30:52.335" v="0" actId="20577"/>
          <ac:spMkLst>
            <pc:docMk/>
            <pc:sldMk cId="547626146" sldId="2147374120"/>
            <ac:spMk id="4" creationId="{43574236-3F0B-2D46-AE3E-C0022F5FF360}"/>
          </ac:spMkLst>
        </pc:spChg>
      </pc:sldChg>
      <pc:sldChg chg="modSp">
        <pc:chgData name="Abby Tse" userId="1wPdmnL6aoz8KFxyyJuw1Vu34OXXlEmpR63i0qo2JNc=" providerId="None" clId="Web-{68601271-D9BE-407B-B05E-598422908386}" dt="2025-12-11T19:35:45.083" v="20" actId="20577"/>
        <pc:sldMkLst>
          <pc:docMk/>
          <pc:sldMk cId="3153544311" sldId="2147469089"/>
        </pc:sldMkLst>
        <pc:spChg chg="mod">
          <ac:chgData name="Abby Tse" userId="1wPdmnL6aoz8KFxyyJuw1Vu34OXXlEmpR63i0qo2JNc=" providerId="None" clId="Web-{68601271-D9BE-407B-B05E-598422908386}" dt="2025-12-11T19:31:26.584" v="15" actId="20577"/>
          <ac:spMkLst>
            <pc:docMk/>
            <pc:sldMk cId="3153544311" sldId="2147469089"/>
            <ac:spMk id="3" creationId="{A4141BA7-E636-0D4A-1611-A8AC8716B432}"/>
          </ac:spMkLst>
        </pc:spChg>
        <pc:spChg chg="mod">
          <ac:chgData name="Abby Tse" userId="1wPdmnL6aoz8KFxyyJuw1Vu34OXXlEmpR63i0qo2JNc=" providerId="None" clId="Web-{68601271-D9BE-407B-B05E-598422908386}" dt="2025-12-11T19:35:45.083" v="20" actId="20577"/>
          <ac:spMkLst>
            <pc:docMk/>
            <pc:sldMk cId="3153544311" sldId="2147469089"/>
            <ac:spMk id="5" creationId="{53A60D0E-19EE-5741-B4CE-61B0A8E96481}"/>
          </ac:spMkLst>
        </pc:spChg>
        <pc:spChg chg="mod">
          <ac:chgData name="Abby Tse" userId="1wPdmnL6aoz8KFxyyJuw1Vu34OXXlEmpR63i0qo2JNc=" providerId="None" clId="Web-{68601271-D9BE-407B-B05E-598422908386}" dt="2025-12-11T19:31:32.272" v="17" actId="20577"/>
          <ac:spMkLst>
            <pc:docMk/>
            <pc:sldMk cId="3153544311" sldId="2147469089"/>
            <ac:spMk id="6" creationId="{1F2C2AE4-6276-681F-BEE7-C8A7C23431B0}"/>
          </ac:spMkLst>
        </pc:spChg>
        <pc:spChg chg="mod">
          <ac:chgData name="Abby Tse" userId="1wPdmnL6aoz8KFxyyJuw1Vu34OXXlEmpR63i0qo2JNc=" providerId="None" clId="Web-{68601271-D9BE-407B-B05E-598422908386}" dt="2025-12-11T19:31:29.537" v="16" actId="20577"/>
          <ac:spMkLst>
            <pc:docMk/>
            <pc:sldMk cId="3153544311" sldId="2147469089"/>
            <ac:spMk id="7" creationId="{161984F0-DE5A-5346-9CF8-29FBAE24C692}"/>
          </ac:spMkLst>
        </pc:spChg>
        <pc:spChg chg="mod">
          <ac:chgData name="Abby Tse" userId="1wPdmnL6aoz8KFxyyJuw1Vu34OXXlEmpR63i0qo2JNc=" providerId="None" clId="Web-{68601271-D9BE-407B-B05E-598422908386}" dt="2025-12-11T19:31:24.116" v="13" actId="20577"/>
          <ac:spMkLst>
            <pc:docMk/>
            <pc:sldMk cId="3153544311" sldId="2147469089"/>
            <ac:spMk id="15" creationId="{4FE29B8E-10DC-A07F-E4C7-D55CD2EBFC5F}"/>
          </ac:spMkLst>
        </pc:spChg>
      </pc:sldChg>
      <pc:sldChg chg="add">
        <pc:chgData name="Abby Tse" userId="1wPdmnL6aoz8KFxyyJuw1Vu34OXXlEmpR63i0qo2JNc=" providerId="None" clId="Web-{68601271-D9BE-407B-B05E-598422908386}" dt="2025-12-11T19:32:10.178" v="18"/>
        <pc:sldMkLst>
          <pc:docMk/>
          <pc:sldMk cId="1763799724" sldId="2147483616"/>
        </pc:sldMkLst>
      </pc:sldChg>
      <pc:sldMasterChg chg="addSldLayout">
        <pc:chgData name="Abby Tse" userId="1wPdmnL6aoz8KFxyyJuw1Vu34OXXlEmpR63i0qo2JNc=" providerId="None" clId="Web-{68601271-D9BE-407B-B05E-598422908386}" dt="2025-12-11T19:35:16.114" v="19"/>
        <pc:sldMasterMkLst>
          <pc:docMk/>
          <pc:sldMasterMk cId="2460954070" sldId="2147483660"/>
        </pc:sldMasterMkLst>
        <pc:sldLayoutChg chg="add">
          <pc:chgData name="Abby Tse" userId="1wPdmnL6aoz8KFxyyJuw1Vu34OXXlEmpR63i0qo2JNc=" providerId="None" clId="Web-{68601271-D9BE-407B-B05E-598422908386}" dt="2025-12-11T19:35:16.114" v="19"/>
          <pc:sldLayoutMkLst>
            <pc:docMk/>
            <pc:sldMasterMk cId="2460954070" sldId="2147483660"/>
            <pc:sldLayoutMk cId="1922425739" sldId="214748368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F4600A-E800-4C33-8D57-5EFC93FE68C6}" type="datetimeFigureOut">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FCF88B-4DC1-4451-A8CE-4CAFBF6870DB}" type="slidenum">
              <a:t>‹#›</a:t>
            </a:fld>
            <a:endParaRPr lang="en-US"/>
          </a:p>
        </p:txBody>
      </p:sp>
    </p:spTree>
    <p:extLst>
      <p:ext uri="{BB962C8B-B14F-4D97-AF65-F5344CB8AC3E}">
        <p14:creationId xmlns:p14="http://schemas.microsoft.com/office/powerpoint/2010/main" val="1793526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Calibri,Sans-Serif"/>
              <a:buChar char="-"/>
            </a:pPr>
            <a:r>
              <a:rPr lang="en-US" dirty="0"/>
              <a:t>Enhanced structure of extracted data - Images, text, and markdown</a:t>
            </a:r>
            <a:endParaRPr lang="en-GB">
              <a:solidFill>
                <a:srgbClr val="444444"/>
              </a:solidFill>
            </a:endParaRPr>
          </a:p>
          <a:p>
            <a:pPr marL="285750" indent="-285750">
              <a:buFont typeface="Calibri,Sans-Serif"/>
              <a:buChar char="-"/>
            </a:pPr>
            <a:r>
              <a:rPr lang="en-GB" dirty="0">
                <a:solidFill>
                  <a:srgbClr val="242424"/>
                </a:solidFill>
              </a:rPr>
              <a:t>Through the ability to read attachment in as embeddings, we've been able to expand the scope of what we can ingest, in terms of the different file extensions: p</a:t>
            </a:r>
            <a:r>
              <a:rPr lang="en-US" dirty="0" err="1"/>
              <a:t>df</a:t>
            </a:r>
            <a:r>
              <a:rPr lang="en-US" dirty="0"/>
              <a:t>, images, csv, xl, etc. - allowing us to support multiple file types </a:t>
            </a:r>
          </a:p>
        </p:txBody>
      </p:sp>
      <p:sp>
        <p:nvSpPr>
          <p:cNvPr id="4" name="Slide Number Placeholder 3"/>
          <p:cNvSpPr>
            <a:spLocks noGrp="1"/>
          </p:cNvSpPr>
          <p:nvPr>
            <p:ph type="sldNum" sz="quarter" idx="5"/>
          </p:nvPr>
        </p:nvSpPr>
        <p:spPr/>
        <p:txBody>
          <a:bodyPr/>
          <a:lstStyle/>
          <a:p>
            <a:fld id="{BA74355C-4C0F-2647-B2E6-48E73717F666}" type="slidenum">
              <a:rPr lang="en-US" smtClean="0"/>
              <a:t>1</a:t>
            </a:fld>
            <a:endParaRPr lang="en-US"/>
          </a:p>
        </p:txBody>
      </p:sp>
    </p:spTree>
    <p:extLst>
      <p:ext uri="{BB962C8B-B14F-4D97-AF65-F5344CB8AC3E}">
        <p14:creationId xmlns:p14="http://schemas.microsoft.com/office/powerpoint/2010/main" val="2975712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algn="l"/>
            <a:r>
              <a:rPr lang="en-GB" sz="1800" b="0" i="0" u="none" strike="noStrike" dirty="0">
                <a:solidFill>
                  <a:srgbClr val="242424"/>
                </a:solidFill>
                <a:effectLst/>
                <a:latin typeface="Calibri" panose="020F0502020204030204" pitchFamily="34" charset="0"/>
              </a:rPr>
              <a:t>Generative AI has dominated the technology conversation since the emergence of Chat GPT in late 2022, with its implications discussed not only in the business world but in society at large.</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 </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AI will impact every industry and every role in an organization, creating new opportunities to increase productivity and enabling new ways to use data for competitive advantage. Every client we speak with is looking to boost productivity with AI.</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 </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A Boston Consulting Group study (as reported in Fortune), revealed the 85% of business leaders plan to boost AI and </a:t>
            </a:r>
            <a:r>
              <a:rPr lang="en-GB" sz="1800" b="0" i="0" u="none" strike="noStrike" dirty="0" err="1">
                <a:solidFill>
                  <a:srgbClr val="242424"/>
                </a:solidFill>
                <a:effectLst/>
                <a:latin typeface="Calibri" panose="020F0502020204030204" pitchFamily="34" charset="0"/>
              </a:rPr>
              <a:t>GenAI</a:t>
            </a:r>
            <a:r>
              <a:rPr lang="en-GB" sz="1800" b="0" i="0" u="none" strike="noStrike" dirty="0">
                <a:solidFill>
                  <a:srgbClr val="242424"/>
                </a:solidFill>
                <a:effectLst/>
                <a:latin typeface="Calibri" panose="020F0502020204030204" pitchFamily="34" charset="0"/>
              </a:rPr>
              <a:t> spending in 2024. </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 </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However, for many large enterprises – and the shared services organizations responsible for leading this technology adoption – it is still relatively early days. They are beginning to move from experimentation to scaling across business functions. </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 </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IBM knows that AI for Enterprise has unique requirements. We have years of experience in technology-led business transformation, and lessons we can share about how we did it.</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 </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We understand that business transformation at enterprise scale with Generative AI requires:</a:t>
            </a:r>
            <a:endParaRPr lang="en-GB" sz="1800" b="0" i="0" u="none" strike="noStrike" dirty="0">
              <a:solidFill>
                <a:srgbClr val="242424"/>
              </a:solidFill>
              <a:effectLst/>
              <a:latin typeface="Aptos" panose="020B0004020202020204" pitchFamily="34" charset="0"/>
            </a:endParaRPr>
          </a:p>
          <a:p>
            <a:pPr indent="457200" algn="l"/>
            <a:r>
              <a:rPr lang="en-GB" sz="1800" b="0" i="0" u="none" strike="noStrike" dirty="0">
                <a:solidFill>
                  <a:srgbClr val="242424"/>
                </a:solidFill>
                <a:effectLst/>
                <a:latin typeface="Calibri" panose="020F0502020204030204" pitchFamily="34" charset="0"/>
              </a:rPr>
              <a:t>A Hybrid cloud infrastructure to support it</a:t>
            </a:r>
            <a:endParaRPr lang="en-GB" sz="1800" b="0" i="0" u="none" strike="noStrike" dirty="0">
              <a:solidFill>
                <a:srgbClr val="242424"/>
              </a:solidFill>
              <a:effectLst/>
              <a:latin typeface="Aptos" panose="020B0004020202020204" pitchFamily="34" charset="0"/>
            </a:endParaRPr>
          </a:p>
          <a:p>
            <a:pPr indent="457200" algn="l"/>
            <a:r>
              <a:rPr lang="en-GB" sz="1800" b="0" i="0" u="none" strike="noStrike" dirty="0">
                <a:solidFill>
                  <a:srgbClr val="242424"/>
                </a:solidFill>
                <a:effectLst/>
                <a:latin typeface="Calibri" panose="020F0502020204030204" pitchFamily="34" charset="0"/>
              </a:rPr>
              <a:t>A data architecture to train the models</a:t>
            </a:r>
            <a:endParaRPr lang="en-GB" sz="1800" b="0" i="0" u="none" strike="noStrike" dirty="0">
              <a:solidFill>
                <a:srgbClr val="242424"/>
              </a:solidFill>
              <a:effectLst/>
              <a:latin typeface="Aptos" panose="020B0004020202020204" pitchFamily="34" charset="0"/>
            </a:endParaRPr>
          </a:p>
          <a:p>
            <a:pPr indent="457200" algn="l"/>
            <a:r>
              <a:rPr lang="en-GB" sz="1800" b="0" i="0" u="none" strike="noStrike" dirty="0">
                <a:solidFill>
                  <a:srgbClr val="242424"/>
                </a:solidFill>
                <a:effectLst/>
                <a:latin typeface="Calibri" panose="020F0502020204030204" pitchFamily="34" charset="0"/>
              </a:rPr>
              <a:t>governance structure to ensure your AI is compliant, ethical &amp; secure</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               A growth mindset, where your employees embrace new ways of working and a commitment to continual skills enhancement</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 </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However, successful implementation of AI requires more than a technology transformation.</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 </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It requires a cultural and </a:t>
            </a:r>
            <a:r>
              <a:rPr lang="en-GB" sz="1800" b="0" i="0" u="none" strike="noStrike" dirty="0" err="1">
                <a:solidFill>
                  <a:srgbClr val="242424"/>
                </a:solidFill>
                <a:effectLst/>
                <a:latin typeface="Calibri" panose="020F0502020204030204" pitchFamily="34" charset="0"/>
              </a:rPr>
              <a:t>behavioral</a:t>
            </a:r>
            <a:r>
              <a:rPr lang="en-GB" sz="1800" b="0" i="0" u="none" strike="noStrike" dirty="0">
                <a:solidFill>
                  <a:srgbClr val="242424"/>
                </a:solidFill>
                <a:effectLst/>
                <a:latin typeface="Calibri" panose="020F0502020204030204" pitchFamily="34" charset="0"/>
              </a:rPr>
              <a:t> transformation with a commitment to continuous skills enhancement and a full embrace of new ways of working.</a:t>
            </a:r>
            <a:endParaRPr lang="en-GB" sz="1800" b="0" i="0" u="none" strike="noStrike" dirty="0">
              <a:solidFill>
                <a:srgbClr val="242424"/>
              </a:solidFill>
              <a:effectLst/>
              <a:latin typeface="Aptos" panose="020B0004020202020204" pitchFamily="34" charset="0"/>
            </a:endParaRPr>
          </a:p>
          <a:p>
            <a:pPr algn="l"/>
            <a:r>
              <a:rPr lang="en-GB" sz="1800" b="0" i="0" u="none" strike="noStrike" dirty="0">
                <a:solidFill>
                  <a:srgbClr val="242424"/>
                </a:solidFill>
                <a:effectLst/>
                <a:latin typeface="Calibri" panose="020F0502020204030204" pitchFamily="34" charset="0"/>
              </a:rPr>
              <a:t>For leaders in shared Shared Services organizations, it is a game-changing opportunity to create a new future as growth enablers, removing mundane tasks and bureaucracy from the enterprise to create a more fulfilling work environment focused on innovation and growth.</a:t>
            </a:r>
            <a:endParaRPr lang="en-GB" sz="1800" b="0" i="0" u="none" strike="noStrike" dirty="0">
              <a:solidFill>
                <a:srgbClr val="242424"/>
              </a:solidFill>
              <a:effectLst/>
              <a:latin typeface="Aptos" panose="020B0004020202020204" pitchFamily="34"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668075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4097E-8B58-FDED-44E2-E35D205D8C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71D7B-7C83-8A34-7DD7-A0D82EAAB9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190F2-D32A-1126-7604-693DD18EC0CB}"/>
              </a:ext>
            </a:extLst>
          </p:cNvPr>
          <p:cNvSpPr>
            <a:spLocks noGrp="1"/>
          </p:cNvSpPr>
          <p:nvPr>
            <p:ph type="body" idx="1"/>
          </p:nvPr>
        </p:nvSpPr>
        <p:spPr/>
        <p:txBody>
          <a:bodyPr/>
          <a:lstStyle/>
          <a:p>
            <a:r>
              <a:rPr lang="en-US" dirty="0">
                <a:ea typeface="Calibri"/>
                <a:cs typeface="Calibri"/>
              </a:rPr>
              <a:t>Users – 270k+ employees </a:t>
            </a:r>
            <a:endParaRPr lang="en-US" dirty="0"/>
          </a:p>
        </p:txBody>
      </p:sp>
      <p:sp>
        <p:nvSpPr>
          <p:cNvPr id="4" name="Slide Number Placeholder 3">
            <a:extLst>
              <a:ext uri="{FF2B5EF4-FFF2-40B4-BE49-F238E27FC236}">
                <a16:creationId xmlns:a16="http://schemas.microsoft.com/office/drawing/2014/main" id="{C402D0F0-FA01-B09E-AEDF-601A6D7B78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74355C-4C0F-2647-B2E6-48E73717F66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3335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285750" indent="-285750">
              <a:buFont typeface="Calibri"/>
              <a:buChar char="-"/>
            </a:pPr>
            <a:r>
              <a:rPr lang="en-US" dirty="0">
                <a:solidFill>
                  <a:srgbClr val="000000"/>
                </a:solidFill>
              </a:rPr>
              <a:t>Enhanced structure of extracted data - Images, text, and markdown</a:t>
            </a:r>
            <a:endParaRPr lang="en-GB" sz="1800" dirty="0">
              <a:solidFill>
                <a:srgbClr val="242424"/>
              </a:solidFill>
              <a:ea typeface="Calibri"/>
              <a:cs typeface="Calibri"/>
            </a:endParaRPr>
          </a:p>
          <a:p>
            <a:pPr marL="285750" indent="-285750">
              <a:buFont typeface="Calibri"/>
              <a:buChar char="-"/>
            </a:pPr>
            <a:r>
              <a:rPr lang="en-GB" sz="1800" dirty="0">
                <a:solidFill>
                  <a:srgbClr val="242424"/>
                </a:solidFill>
                <a:ea typeface="Calibri"/>
                <a:cs typeface="Calibri"/>
              </a:rPr>
              <a:t>Through the ability to read attachment in as embeddings, we've been able to expand the scope of what we can ingest, in terms of the different file extensions: </a:t>
            </a:r>
            <a:r>
              <a:rPr lang="en-GB" sz="1800" dirty="0">
                <a:solidFill>
                  <a:srgbClr val="242424"/>
                </a:solidFill>
              </a:rPr>
              <a:t>p</a:t>
            </a:r>
            <a:r>
              <a:rPr lang="en-US" dirty="0" err="1">
                <a:solidFill>
                  <a:srgbClr val="000000"/>
                </a:solidFill>
              </a:rPr>
              <a:t>df</a:t>
            </a:r>
            <a:r>
              <a:rPr lang="en-US" dirty="0">
                <a:solidFill>
                  <a:srgbClr val="000000"/>
                </a:solidFill>
              </a:rPr>
              <a:t>, images, csv, xl, etc. - allowing us to support multiple file types </a:t>
            </a:r>
            <a:endParaRPr lang="en-US" dirty="0">
              <a:solidFill>
                <a:srgbClr val="000000"/>
              </a:solidFill>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4</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Footer</a:t>
            </a:r>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ndParaRPr>
          </a:p>
        </p:txBody>
      </p:sp>
    </p:spTree>
    <p:extLst>
      <p:ext uri="{BB962C8B-B14F-4D97-AF65-F5344CB8AC3E}">
        <p14:creationId xmlns:p14="http://schemas.microsoft.com/office/powerpoint/2010/main" val="668075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dirty="0">
                <a:ea typeface="Calibri"/>
                <a:cs typeface="Calibri"/>
              </a:rPr>
              <a:t>Supporting attachments from publisher </a:t>
            </a:r>
          </a:p>
          <a:p>
            <a:pPr marL="171450" indent="-171450">
              <a:buFont typeface="Calibri"/>
              <a:buChar char="-"/>
            </a:pPr>
            <a:r>
              <a:rPr lang="en-US" dirty="0">
                <a:ea typeface="Calibri"/>
                <a:cs typeface="Calibri"/>
              </a:rPr>
              <a:t>Pdf, images (different extensions), csv, xl, etc. </a:t>
            </a:r>
          </a:p>
          <a:p>
            <a:pPr marL="171450" indent="-171450">
              <a:buFont typeface="Calibri"/>
              <a:buChar char="-"/>
            </a:pPr>
            <a:r>
              <a:rPr lang="en-US" dirty="0">
                <a:ea typeface="Calibri"/>
                <a:cs typeface="Calibri"/>
              </a:rPr>
              <a:t>Adopters via tools + </a:t>
            </a:r>
            <a:r>
              <a:rPr lang="en-US" dirty="0" err="1">
                <a:ea typeface="Calibri"/>
                <a:cs typeface="Calibri"/>
              </a:rPr>
              <a:t>AskIBM</a:t>
            </a:r>
            <a:r>
              <a:rPr lang="en-US" dirty="0">
                <a:ea typeface="Calibri"/>
                <a:cs typeface="Calibri"/>
              </a:rPr>
              <a:t> + w3Search </a:t>
            </a:r>
          </a:p>
          <a:p>
            <a:pPr marL="171450" indent="-171450">
              <a:buFont typeface="Calibri"/>
              <a:buChar char="-"/>
            </a:pPr>
            <a:r>
              <a:rPr lang="en-US" dirty="0">
                <a:ea typeface="Calibri"/>
                <a:cs typeface="Calibri"/>
              </a:rPr>
              <a:t>Milvus has entitlement field – public/private, nothing private in the results </a:t>
            </a:r>
          </a:p>
          <a:p>
            <a:pPr marL="171450" indent="-171450">
              <a:buFont typeface="Calibri"/>
              <a:buChar char="-"/>
            </a:pPr>
            <a:r>
              <a:rPr lang="en-US" dirty="0">
                <a:ea typeface="Calibri"/>
                <a:cs typeface="Calibri"/>
              </a:rPr>
              <a:t>Attachments documents traffic is higher than web based documents (previously in milvus outdated data, </a:t>
            </a:r>
            <a:r>
              <a:rPr lang="en-US" dirty="0" err="1">
                <a:ea typeface="Calibri"/>
                <a:cs typeface="Calibri"/>
              </a:rPr>
              <a:t>github</a:t>
            </a:r>
            <a:r>
              <a:rPr lang="en-US" dirty="0">
                <a:ea typeface="Calibri"/>
                <a:cs typeface="Calibri"/>
              </a:rPr>
              <a:t> pages, 404, crawler with duplicates -&gt; data is cleaned up)</a:t>
            </a:r>
          </a:p>
          <a:p>
            <a:pPr marL="171450" indent="-171450">
              <a:buFont typeface="Calibri"/>
              <a:buChar char="-"/>
            </a:pPr>
            <a:r>
              <a:rPr lang="en-US" dirty="0">
                <a:ea typeface="Calibri"/>
                <a:cs typeface="Calibri"/>
              </a:rPr>
              <a:t>2 mil documents now, performance is better </a:t>
            </a:r>
          </a:p>
          <a:p>
            <a:pPr marL="171450" indent="-171450">
              <a:buFont typeface="Calibri"/>
              <a:buChar char="-"/>
            </a:pPr>
            <a:r>
              <a:rPr lang="en-US" dirty="0">
                <a:ea typeface="Calibri"/>
                <a:cs typeface="Calibri"/>
              </a:rPr>
              <a:t>Passage search with two regions, one with doc with attachments, other with everything else  </a:t>
            </a:r>
          </a:p>
          <a:p>
            <a:pPr marL="171450" indent="-171450">
              <a:buFont typeface="Calibri"/>
              <a:buChar char="-"/>
            </a:pPr>
            <a:r>
              <a:rPr lang="en-US" dirty="0">
                <a:ea typeface="Calibri"/>
                <a:cs typeface="Calibri"/>
              </a:rPr>
              <a:t>OCR on for all pdf types </a:t>
            </a:r>
          </a:p>
        </p:txBody>
      </p:sp>
      <p:sp>
        <p:nvSpPr>
          <p:cNvPr id="4" name="Slide Number Placeholder 3"/>
          <p:cNvSpPr>
            <a:spLocks noGrp="1"/>
          </p:cNvSpPr>
          <p:nvPr>
            <p:ph type="sldNum" sz="quarter" idx="5"/>
          </p:nvPr>
        </p:nvSpPr>
        <p:spPr/>
        <p:txBody>
          <a:bodyPr/>
          <a:lstStyle/>
          <a:p>
            <a:fld id="{99FCF88B-4DC1-4451-A8CE-4CAFBF6870DB}" type="slidenum">
              <a:t>5</a:t>
            </a:fld>
            <a:endParaRPr lang="en-US"/>
          </a:p>
        </p:txBody>
      </p:sp>
    </p:spTree>
    <p:extLst>
      <p:ext uri="{BB962C8B-B14F-4D97-AF65-F5344CB8AC3E}">
        <p14:creationId xmlns:p14="http://schemas.microsoft.com/office/powerpoint/2010/main" val="3567763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000" kern="1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buFont typeface="Calibri"/>
              <a:buChar char="-"/>
            </a:pPr>
            <a:r>
              <a:rPr lang="en-US" sz="800" dirty="0">
                <a:solidFill>
                  <a:srgbClr val="000000"/>
                </a:solidFill>
                <a:latin typeface="Aptos"/>
              </a:rPr>
              <a:t>Total number of calls/requests from adopters (maybe from </a:t>
            </a:r>
            <a:r>
              <a:rPr lang="en-US" sz="800" dirty="0" err="1">
                <a:solidFill>
                  <a:srgbClr val="000000"/>
                </a:solidFill>
                <a:latin typeface="Aptos"/>
              </a:rPr>
              <a:t>BlueAPI</a:t>
            </a:r>
            <a:r>
              <a:rPr lang="en-US" sz="800" dirty="0">
                <a:solidFill>
                  <a:srgbClr val="000000"/>
                </a:solidFill>
                <a:latin typeface="Aptos"/>
              </a:rPr>
              <a:t>)</a:t>
            </a:r>
            <a:endParaRPr lang="en-US" sz="800" b="0" i="0" u="none" strike="noStrike" dirty="0">
              <a:solidFill>
                <a:srgbClr val="000000"/>
              </a:solidFill>
              <a:effectLst/>
              <a:latin typeface="Aptos" panose="020B0004020202020204" pitchFamily="34" charset="0"/>
            </a:endParaRPr>
          </a:p>
          <a:p>
            <a:pPr marL="285750" indent="-285750">
              <a:buFont typeface="Calibri"/>
              <a:buChar char="-"/>
            </a:pPr>
            <a:r>
              <a:rPr lang="en-US" sz="800" dirty="0">
                <a:solidFill>
                  <a:srgbClr val="000000"/>
                </a:solidFill>
                <a:latin typeface="Aptos"/>
              </a:rPr>
              <a:t># of pdf attachments </a:t>
            </a:r>
            <a:endParaRPr lang="en-US" sz="800" b="0" i="0" u="none" strike="noStrike" dirty="0">
              <a:solidFill>
                <a:srgbClr val="000000"/>
              </a:solidFill>
              <a:effectLst/>
              <a:latin typeface="Aptos" panose="020B0004020202020204" pitchFamily="34" charset="0"/>
            </a:endParaRPr>
          </a:p>
          <a:p>
            <a:pPr marL="285750" indent="-285750">
              <a:buFont typeface="Calibri"/>
              <a:buChar char="-"/>
            </a:pPr>
            <a:r>
              <a:rPr lang="en-US" sz="800" dirty="0">
                <a:latin typeface="Aptos"/>
              </a:rPr>
              <a:t>Highlight additional attachment numbers 0 -&gt; 116k </a:t>
            </a:r>
            <a:endParaRPr lang="en-US" sz="800" dirty="0">
              <a:latin typeface="Aptos" panose="020B0004020202020204" pitchFamily="34" charset="0"/>
            </a:endParaRPr>
          </a:p>
          <a:p>
            <a:endParaRPr lang="en-US" sz="800" dirty="0">
              <a:latin typeface="Aptos" panose="020B0004020202020204" pitchFamily="34" charset="0"/>
              <a:ea typeface="Calibri" panose="020F0502020204030204"/>
              <a:cs typeface="Calibri" panose="020F0502020204030204"/>
            </a:endParaRPr>
          </a:p>
          <a:p>
            <a:endParaRPr lang="en-US" sz="1000"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2E38B8-B0B4-AD41-AC6E-B781F46A9F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9241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74355C-4C0F-2647-B2E6-48E73717F666}" type="slidenum">
              <a:rPr lang="en-US" smtClean="0"/>
              <a:t>8</a:t>
            </a:fld>
            <a:endParaRPr lang="en-US"/>
          </a:p>
        </p:txBody>
      </p:sp>
    </p:spTree>
    <p:extLst>
      <p:ext uri="{BB962C8B-B14F-4D97-AF65-F5344CB8AC3E}">
        <p14:creationId xmlns:p14="http://schemas.microsoft.com/office/powerpoint/2010/main" val="826134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xit">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7976EDF2-B0D0-DD40-9523-B18599825456}"/>
              </a:ext>
            </a:extLst>
          </p:cNvPr>
          <p:cNvSpPr/>
          <p:nvPr userDrawn="1"/>
        </p:nvSpPr>
        <p:spPr bwMode="auto">
          <a:xfrm>
            <a:off x="0" y="4185"/>
            <a:ext cx="12192000" cy="6853812"/>
          </a:xfrm>
          <a:prstGeom prst="rect">
            <a:avLst/>
          </a:prstGeom>
          <a:gradFill>
            <a:gsLst>
              <a:gs pos="0">
                <a:srgbClr val="0530AD"/>
              </a:gs>
              <a:gs pos="100000">
                <a:srgbClr val="0062FF"/>
              </a:gs>
            </a:gsLst>
            <a:lin ang="1800000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pic>
        <p:nvPicPr>
          <p:cNvPr id="61" name="Picture 60">
            <a:extLst>
              <a:ext uri="{FF2B5EF4-FFF2-40B4-BE49-F238E27FC236}">
                <a16:creationId xmlns:a16="http://schemas.microsoft.com/office/drawing/2014/main" id="{380B1FB0-7C5B-1D4A-B91D-8A82ACCCC94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49953" y="3165952"/>
            <a:ext cx="1292094" cy="526097"/>
          </a:xfrm>
          <a:prstGeom prst="rect">
            <a:avLst/>
          </a:prstGeom>
        </p:spPr>
      </p:pic>
    </p:spTree>
    <p:extLst>
      <p:ext uri="{BB962C8B-B14F-4D97-AF65-F5344CB8AC3E}">
        <p14:creationId xmlns:p14="http://schemas.microsoft.com/office/powerpoint/2010/main" val="6119383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8A7663DF-8047-4240-8615-31DED1FE088A}"/>
              </a:ext>
            </a:extLst>
          </p:cNvPr>
          <p:cNvSpPr/>
          <p:nvPr userDrawn="1"/>
        </p:nvSpPr>
        <p:spPr bwMode="auto">
          <a:xfrm>
            <a:off x="0" y="3425952"/>
            <a:ext cx="12192000" cy="3432048"/>
          </a:xfrm>
          <a:prstGeom prst="rect">
            <a:avLst/>
          </a:prstGeom>
          <a:solidFill>
            <a:srgbClr val="054ADA"/>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4" name="Text Placeholder 2">
            <a:extLst>
              <a:ext uri="{FF2B5EF4-FFF2-40B4-BE49-F238E27FC236}">
                <a16:creationId xmlns:a16="http://schemas.microsoft.com/office/drawing/2014/main" id="{19C5E913-189F-184E-B704-44BC3508810E}"/>
              </a:ext>
            </a:extLst>
          </p:cNvPr>
          <p:cNvSpPr>
            <a:spLocks noGrp="1"/>
          </p:cNvSpPr>
          <p:nvPr>
            <p:ph type="body" sz="quarter" idx="12" hasCustomPrompt="1"/>
          </p:nvPr>
        </p:nvSpPr>
        <p:spPr>
          <a:xfrm>
            <a:off x="6400799" y="3733800"/>
            <a:ext cx="5485174" cy="2258568"/>
          </a:xfrm>
          <a:prstGeom prst="rect">
            <a:avLst/>
          </a:prstGeom>
        </p:spPr>
        <p:txBody>
          <a:bodyPr/>
          <a:lstStyle>
            <a:lvl1pPr>
              <a:spcBef>
                <a:spcPts val="600"/>
              </a:spcBef>
              <a:defRPr sz="1800" b="0" i="0">
                <a:solidFill>
                  <a:schemeClr val="bg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Product</a:t>
            </a:r>
          </a:p>
          <a:p>
            <a:pPr lvl="0"/>
            <a:r>
              <a:rPr lang="en-US" dirty="0"/>
              <a:t>Team or domain</a:t>
            </a:r>
          </a:p>
          <a:p>
            <a:pPr lvl="0"/>
            <a:r>
              <a:rPr lang="en-US" dirty="0"/>
              <a:t>Date</a:t>
            </a:r>
          </a:p>
        </p:txBody>
      </p:sp>
      <p:pic>
        <p:nvPicPr>
          <p:cNvPr id="4" name="Picture 3">
            <a:extLst>
              <a:ext uri="{FF2B5EF4-FFF2-40B4-BE49-F238E27FC236}">
                <a16:creationId xmlns:a16="http://schemas.microsoft.com/office/drawing/2014/main" id="{E3046668-5C8A-E141-8BE9-D6CD46563E0C}"/>
              </a:ext>
            </a:extLst>
          </p:cNvPr>
          <p:cNvPicPr>
            <a:picLocks noChangeAspect="1"/>
          </p:cNvPicPr>
          <p:nvPr userDrawn="1"/>
        </p:nvPicPr>
        <p:blipFill>
          <a:blip r:embed="rId2"/>
          <a:stretch>
            <a:fillRect/>
          </a:stretch>
        </p:blipFill>
        <p:spPr>
          <a:xfrm>
            <a:off x="10844573" y="6141212"/>
            <a:ext cx="1041400" cy="393700"/>
          </a:xfrm>
          <a:prstGeom prst="rect">
            <a:avLst/>
          </a:prstGeom>
        </p:spPr>
      </p:pic>
      <p:sp>
        <p:nvSpPr>
          <p:cNvPr id="67" name="Text Placeholder 64">
            <a:extLst>
              <a:ext uri="{FF2B5EF4-FFF2-40B4-BE49-F238E27FC236}">
                <a16:creationId xmlns:a16="http://schemas.microsoft.com/office/drawing/2014/main" id="{629ABFE0-DE5F-DE4E-951B-DD1974E1BC49}"/>
              </a:ext>
            </a:extLst>
          </p:cNvPr>
          <p:cNvSpPr>
            <a:spLocks noGrp="1"/>
          </p:cNvSpPr>
          <p:nvPr>
            <p:ph type="body" sz="quarter" idx="10" hasCustomPrompt="1"/>
          </p:nvPr>
        </p:nvSpPr>
        <p:spPr>
          <a:xfrm>
            <a:off x="218506" y="316992"/>
            <a:ext cx="8925495" cy="2255514"/>
          </a:xfrm>
          <a:prstGeom prst="rect">
            <a:avLst/>
          </a:prstGeom>
        </p:spPr>
        <p:txBody>
          <a:bodyPr anchor="t">
            <a:noAutofit/>
          </a:bodyPr>
          <a:lstStyle>
            <a:lvl1pPr>
              <a:defRPr sz="6800" b="0" i="0">
                <a:solidFill>
                  <a:schemeClr val="tx1"/>
                </a:solidFill>
                <a:latin typeface="IBM Plex Sans Light" panose="020B0403050203000203" pitchFamily="34" charset="0"/>
              </a:defRPr>
            </a:lvl1pPr>
          </a:lstStyle>
          <a:p>
            <a:pPr lvl="0"/>
            <a:r>
              <a:rPr lang="en-US" dirty="0"/>
              <a:t>1-2 Line Presentation Title Example</a:t>
            </a:r>
          </a:p>
        </p:txBody>
      </p:sp>
      <p:sp>
        <p:nvSpPr>
          <p:cNvPr id="71" name="Text Placeholder 2">
            <a:extLst>
              <a:ext uri="{FF2B5EF4-FFF2-40B4-BE49-F238E27FC236}">
                <a16:creationId xmlns:a16="http://schemas.microsoft.com/office/drawing/2014/main" id="{63887D93-7A60-284B-8B28-CC3A5E5353C2}"/>
              </a:ext>
            </a:extLst>
          </p:cNvPr>
          <p:cNvSpPr>
            <a:spLocks noGrp="1"/>
          </p:cNvSpPr>
          <p:nvPr>
            <p:ph type="body" sz="quarter" idx="11" hasCustomPrompt="1"/>
          </p:nvPr>
        </p:nvSpPr>
        <p:spPr>
          <a:xfrm>
            <a:off x="304800" y="3733800"/>
            <a:ext cx="5486400" cy="381000"/>
          </a:xfrm>
          <a:prstGeom prst="rect">
            <a:avLst/>
          </a:prstGeom>
        </p:spPr>
        <p:txBody>
          <a:bodyPr/>
          <a:lstStyle>
            <a:lvl1pPr>
              <a:lnSpc>
                <a:spcPct val="100000"/>
              </a:lnSpc>
              <a:spcBef>
                <a:spcPts val="600"/>
              </a:spcBef>
              <a:defRPr sz="1800" b="1" i="0">
                <a:solidFill>
                  <a:schemeClr val="bg1"/>
                </a:solidFill>
                <a:latin typeface="IBM Plex Sans SmBld"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Subheading:</a:t>
            </a:r>
          </a:p>
        </p:txBody>
      </p:sp>
      <p:sp>
        <p:nvSpPr>
          <p:cNvPr id="72" name="Text Placeholder 2">
            <a:extLst>
              <a:ext uri="{FF2B5EF4-FFF2-40B4-BE49-F238E27FC236}">
                <a16:creationId xmlns:a16="http://schemas.microsoft.com/office/drawing/2014/main" id="{5A4A77D6-38EE-0248-B2EC-2F058B7AEC21}"/>
              </a:ext>
            </a:extLst>
          </p:cNvPr>
          <p:cNvSpPr>
            <a:spLocks noGrp="1"/>
          </p:cNvSpPr>
          <p:nvPr>
            <p:ph type="body" sz="quarter" idx="13" hasCustomPrompt="1"/>
          </p:nvPr>
        </p:nvSpPr>
        <p:spPr>
          <a:xfrm>
            <a:off x="304800" y="4140200"/>
            <a:ext cx="5486400" cy="1852168"/>
          </a:xfrm>
          <a:prstGeom prst="rect">
            <a:avLst/>
          </a:prstGeom>
        </p:spPr>
        <p:txBody>
          <a:bodyPr/>
          <a:lstStyle>
            <a:lvl1pPr>
              <a:lnSpc>
                <a:spcPct val="100000"/>
              </a:lnSpc>
              <a:spcBef>
                <a:spcPts val="600"/>
              </a:spcBef>
              <a:defRPr sz="1800" b="0" i="0">
                <a:solidFill>
                  <a:schemeClr val="bg1"/>
                </a:solidFill>
                <a:latin typeface="IBM Plex Sans" panose="020B0503050203000203" pitchFamily="34" charset="0"/>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pPr lvl="0"/>
            <a:r>
              <a:rPr lang="en-US" dirty="0"/>
              <a:t>Lorem ipsum</a:t>
            </a:r>
          </a:p>
          <a:p>
            <a:pPr lvl="0"/>
            <a:r>
              <a:rPr lang="en-US" dirty="0"/>
              <a:t>Lorem ipsum</a:t>
            </a:r>
          </a:p>
          <a:p>
            <a:pPr lvl="0"/>
            <a:r>
              <a:rPr lang="en-US" dirty="0"/>
              <a:t>Lorem ipsum</a:t>
            </a:r>
          </a:p>
          <a:p>
            <a:pPr lvl="0"/>
            <a:endParaRPr lang="en-US" dirty="0"/>
          </a:p>
        </p:txBody>
      </p:sp>
    </p:spTree>
    <p:extLst>
      <p:ext uri="{BB962C8B-B14F-4D97-AF65-F5344CB8AC3E}">
        <p14:creationId xmlns:p14="http://schemas.microsoft.com/office/powerpoint/2010/main" val="37394732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4 Right">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E3D35D99-0C4E-AA47-B9B3-35527D214953}"/>
              </a:ext>
            </a:extLst>
          </p:cNvPr>
          <p:cNvSpPr/>
          <p:nvPr userDrawn="1"/>
        </p:nvSpPr>
        <p:spPr bwMode="auto">
          <a:xfrm>
            <a:off x="11" y="-1"/>
            <a:ext cx="3047986" cy="6857991"/>
          </a:xfrm>
          <a:prstGeom prst="rect">
            <a:avLst/>
          </a:prstGeom>
          <a:solidFill>
            <a:srgbClr val="F2F4F8"/>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3" name="Footer Placeholder 2">
            <a:extLst>
              <a:ext uri="{FF2B5EF4-FFF2-40B4-BE49-F238E27FC236}">
                <a16:creationId xmlns:a16="http://schemas.microsoft.com/office/drawing/2014/main" id="{E4A953FE-9FA2-D146-9A54-DC94933AE30F}"/>
              </a:ext>
            </a:extLst>
          </p:cNvPr>
          <p:cNvSpPr>
            <a:spLocks noGrp="1"/>
          </p:cNvSpPr>
          <p:nvPr>
            <p:ph type="ftr" sz="quarter" idx="3"/>
          </p:nvPr>
        </p:nvSpPr>
        <p:spPr>
          <a:xfrm>
            <a:off x="215654" y="6071058"/>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4" name="Text Placeholder 2">
            <a:extLst>
              <a:ext uri="{FF2B5EF4-FFF2-40B4-BE49-F238E27FC236}">
                <a16:creationId xmlns:a16="http://schemas.microsoft.com/office/drawing/2014/main" id="{EBF8B288-7690-854A-8103-0733F8F36A23}"/>
              </a:ext>
            </a:extLst>
          </p:cNvPr>
          <p:cNvSpPr>
            <a:spLocks noGrp="1"/>
          </p:cNvSpPr>
          <p:nvPr>
            <p:ph type="body" sz="quarter" idx="11" hasCustomPrompt="1"/>
          </p:nvPr>
        </p:nvSpPr>
        <p:spPr>
          <a:xfrm>
            <a:off x="210312" y="903869"/>
            <a:ext cx="2446830" cy="656739"/>
          </a:xfrm>
          <a:prstGeom prst="rect">
            <a:avLst/>
          </a:prstGeom>
        </p:spPr>
        <p:txBody>
          <a:bodyPr/>
          <a:lstStyle>
            <a:lvl1pPr>
              <a:defRPr sz="1200" b="0" i="0">
                <a:solidFill>
                  <a:schemeClr val="tx1"/>
                </a:solidFill>
                <a:latin typeface="IBM Plex Sans" panose="020B0503050000000000" pitchFamily="34" charset="77"/>
              </a:defRPr>
            </a:lvl1pPr>
            <a:lvl2pPr>
              <a:defRPr sz="1600" b="0" i="0">
                <a:solidFill>
                  <a:srgbClr val="50565B"/>
                </a:solidFill>
                <a:latin typeface="IBM Plex Sans" panose="020B0503050000000000" pitchFamily="34" charset="77"/>
              </a:defRPr>
            </a:lvl2pPr>
            <a:lvl3pPr>
              <a:defRPr sz="1600" b="0" i="0">
                <a:solidFill>
                  <a:srgbClr val="50565B"/>
                </a:solidFill>
                <a:latin typeface="IBM Plex Sans" panose="020B0503050000000000" pitchFamily="34" charset="77"/>
              </a:defRPr>
            </a:lvl3pPr>
            <a:lvl4pPr>
              <a:defRPr sz="1600" b="0" i="0">
                <a:solidFill>
                  <a:srgbClr val="50565B"/>
                </a:solidFill>
                <a:latin typeface="IBM Plex Sans" panose="020B0503050000000000" pitchFamily="34" charset="77"/>
              </a:defRPr>
            </a:lvl4pPr>
            <a:lvl5pPr>
              <a:defRPr sz="1600" b="0" i="0">
                <a:solidFill>
                  <a:srgbClr val="50565B"/>
                </a:solidFill>
                <a:latin typeface="IBM Plex Sans" panose="020B0503050000000000" pitchFamily="34" charset="77"/>
              </a:defRPr>
            </a:lvl5pPr>
          </a:lstStyle>
          <a:p>
            <a:r>
              <a:rPr lang="en-US" dirty="0"/>
              <a:t>Subtitle</a:t>
            </a:r>
          </a:p>
        </p:txBody>
      </p:sp>
      <p:sp>
        <p:nvSpPr>
          <p:cNvPr id="66" name="Text Placeholder 64">
            <a:extLst>
              <a:ext uri="{FF2B5EF4-FFF2-40B4-BE49-F238E27FC236}">
                <a16:creationId xmlns:a16="http://schemas.microsoft.com/office/drawing/2014/main" id="{1B03884B-5FFB-5A4B-95F8-D0202CA596CC}"/>
              </a:ext>
            </a:extLst>
          </p:cNvPr>
          <p:cNvSpPr>
            <a:spLocks noGrp="1"/>
          </p:cNvSpPr>
          <p:nvPr>
            <p:ph type="body" sz="quarter" idx="39" hasCustomPrompt="1"/>
          </p:nvPr>
        </p:nvSpPr>
        <p:spPr>
          <a:xfrm>
            <a:off x="228600" y="326929"/>
            <a:ext cx="2446830" cy="553198"/>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30212209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CFD06975-2E6D-D242-B5D7-C763259EE92E}"/>
              </a:ext>
            </a:extLst>
          </p:cNvPr>
          <p:cNvSpPr/>
          <p:nvPr userDrawn="1"/>
        </p:nvSpPr>
        <p:spPr bwMode="auto">
          <a:xfrm>
            <a:off x="0" y="-25399"/>
            <a:ext cx="12192000" cy="6883400"/>
          </a:xfrm>
          <a:prstGeom prst="rect">
            <a:avLst/>
          </a:prstGeom>
          <a:gradFill>
            <a:gsLst>
              <a:gs pos="0">
                <a:srgbClr val="0530AD"/>
              </a:gs>
              <a:gs pos="100000">
                <a:srgbClr val="0062FF"/>
              </a:gs>
            </a:gsLst>
            <a:lin ang="1800000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000" b="0" i="0" u="none" strike="noStrike" cap="none" normalizeH="0" baseline="0" dirty="0">
              <a:ln>
                <a:noFill/>
              </a:ln>
              <a:solidFill>
                <a:srgbClr val="191919"/>
              </a:solidFill>
              <a:effectLst/>
              <a:latin typeface="HelvNeue Light for IBM" pitchFamily="34" charset="0"/>
            </a:endParaRPr>
          </a:p>
        </p:txBody>
      </p:sp>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7"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1" name="Title 1">
            <a:extLst>
              <a:ext uri="{FF2B5EF4-FFF2-40B4-BE49-F238E27FC236}">
                <a16:creationId xmlns:a16="http://schemas.microsoft.com/office/drawing/2014/main" id="{389FD379-A408-3A40-ACE3-3CBE5A23D7AA}"/>
              </a:ext>
            </a:extLst>
          </p:cNvPr>
          <p:cNvSpPr>
            <a:spLocks noGrp="1"/>
          </p:cNvSpPr>
          <p:nvPr>
            <p:ph type="title"/>
          </p:nvPr>
        </p:nvSpPr>
        <p:spPr>
          <a:xfrm>
            <a:off x="162298" y="317500"/>
            <a:ext cx="8981702" cy="5676900"/>
          </a:xfrm>
          <a:prstGeom prst="rect">
            <a:avLst/>
          </a:prstGeom>
        </p:spPr>
        <p:txBody>
          <a:bodyPr/>
          <a:lstStyle>
            <a:lvl1pPr>
              <a:defRPr sz="9200" b="1" i="0">
                <a:solidFill>
                  <a:schemeClr val="bg1"/>
                </a:solidFill>
                <a:latin typeface="IBM Plex Sans SmBld" panose="020B0503050000000000" pitchFamily="34" charset="77"/>
              </a:defRPr>
            </a:lvl1pPr>
          </a:lstStyle>
          <a:p>
            <a:r>
              <a:rPr lang="en-US"/>
              <a:t>Click to edit Master title style</a:t>
            </a:r>
            <a:endParaRPr lang="en-US" dirty="0"/>
          </a:p>
        </p:txBody>
      </p:sp>
      <p:sp>
        <p:nvSpPr>
          <p:cNvPr id="62" name="Footer Placeholder 2">
            <a:extLst>
              <a:ext uri="{FF2B5EF4-FFF2-40B4-BE49-F238E27FC236}">
                <a16:creationId xmlns:a16="http://schemas.microsoft.com/office/drawing/2014/main" id="{147C000B-8AD2-AF4D-A1AF-CB5C013728EE}"/>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chemeClr val="bg1"/>
                </a:solidFill>
                <a:latin typeface="IBM Plex Sans" panose="020B0503050000000000" pitchFamily="34" charset="77"/>
              </a:defRPr>
            </a:lvl1pPr>
          </a:lstStyle>
          <a:p>
            <a:r>
              <a:rPr lang="en-US" b="1">
                <a:latin typeface="IBM Plex Sans SmBld" panose="020B0503050000000000" pitchFamily="34" charset="77"/>
              </a:rPr>
              <a:t>Presentation title</a:t>
            </a:r>
          </a:p>
          <a:p>
            <a:r>
              <a:rPr lang="en-US"/>
              <a:t>IBM |  Project/team name</a:t>
            </a:r>
            <a:endParaRPr lang="en-US" dirty="0"/>
          </a:p>
        </p:txBody>
      </p:sp>
    </p:spTree>
    <p:extLst>
      <p:ext uri="{BB962C8B-B14F-4D97-AF65-F5344CB8AC3E}">
        <p14:creationId xmlns:p14="http://schemas.microsoft.com/office/powerpoint/2010/main" val="10546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287999" y="288036"/>
            <a:ext cx="2477765" cy="224028"/>
          </a:xfrm>
        </p:spPr>
        <p:txBody>
          <a:bodyPr/>
          <a:lstStyle>
            <a:lvl1pPr>
              <a:defRPr sz="14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763524"/>
            <a:ext cx="5521401" cy="1138428"/>
          </a:xfrm>
        </p:spPr>
        <p:txBody>
          <a:bodyPr rIns="457200"/>
          <a:lstStyle>
            <a:lvl1pPr>
              <a:lnSpc>
                <a:spcPct val="110000"/>
              </a:lnSpc>
              <a:defRPr sz="3199">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6380919" y="284957"/>
            <a:ext cx="2476178"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9428522" y="284957"/>
            <a:ext cx="2479352" cy="2572544"/>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6380919"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9428522" y="3333750"/>
            <a:ext cx="2476178" cy="2476500"/>
          </a:xfrm>
        </p:spPr>
        <p:txBody>
          <a:bodyPr/>
          <a:lstStyle>
            <a:lvl1pPr>
              <a:lnSpc>
                <a:spcPct val="110000"/>
              </a:lnSpc>
              <a:spcBef>
                <a:spcPts val="0"/>
              </a:spcBef>
              <a:defRPr sz="1400" b="0" i="0">
                <a:solidFill>
                  <a:schemeClr val="tx1"/>
                </a:solidFill>
                <a:latin typeface="IBM Plex Sans Light" panose="020B0403050203000203" pitchFamily="34" charset="0"/>
              </a:defRPr>
            </a:lvl1pPr>
            <a:lvl2pPr marL="127990" indent="-127990">
              <a:lnSpc>
                <a:spcPct val="110000"/>
              </a:lnSpc>
              <a:spcBef>
                <a:spcPts val="0"/>
              </a:spcBef>
              <a:defRPr sz="1400" b="0" i="0">
                <a:solidFill>
                  <a:schemeClr val="tx1"/>
                </a:solidFill>
                <a:latin typeface="IBM Plex Sans Light" panose="020B0403050203000203" pitchFamily="34" charset="0"/>
              </a:defRPr>
            </a:lvl2pPr>
            <a:lvl3pPr marL="255981" indent="-127990">
              <a:lnSpc>
                <a:spcPct val="110000"/>
              </a:lnSpc>
              <a:spcBef>
                <a:spcPts val="0"/>
              </a:spcBef>
              <a:defRPr sz="1400" b="0" i="0">
                <a:solidFill>
                  <a:schemeClr val="tx1"/>
                </a:solidFill>
                <a:latin typeface="IBM Plex Sans Light" panose="020B0403050203000203" pitchFamily="34" charset="0"/>
              </a:defRPr>
            </a:lvl3pPr>
            <a:lvl4pPr marL="383971" indent="-127990">
              <a:lnSpc>
                <a:spcPct val="110000"/>
              </a:lnSpc>
              <a:spcBef>
                <a:spcPts val="0"/>
              </a:spcBef>
              <a:defRPr sz="1400" b="0" i="0">
                <a:solidFill>
                  <a:schemeClr val="tx1"/>
                </a:solidFill>
                <a:latin typeface="IBM Plex Sans Light" panose="020B0403050203000203" pitchFamily="34" charset="0"/>
              </a:defRPr>
            </a:lvl4pPr>
            <a:lvl5pPr>
              <a:lnSpc>
                <a:spcPct val="110000"/>
              </a:lnSpc>
              <a:spcBef>
                <a:spcPts val="0"/>
              </a:spcBef>
              <a:defRPr sz="14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endParaRPr lang="en-US" dirty="0"/>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76846059"/>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287999" y="192024"/>
            <a:ext cx="5519019" cy="1706563"/>
          </a:xfrm>
        </p:spPr>
        <p:txBody>
          <a:bodyPr rIns="457200"/>
          <a:lstStyle>
            <a:lvl1pPr>
              <a:lnSpc>
                <a:spcPct val="100000"/>
              </a:lnSpc>
              <a:defRPr sz="3199">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638091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9430109" y="288036"/>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Lst>
          </p:cNvPr>
          <p:cNvCxnSpPr>
            <a:cxnSpLocks/>
          </p:cNvCxnSpPr>
          <p:nvPr userDrawn="1"/>
        </p:nvCxnSpPr>
        <p:spPr bwMode="auto">
          <a:xfrm>
            <a:off x="287301" y="3048000"/>
            <a:ext cx="1162057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287998" y="3332988"/>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Lst>
          </p:cNvPr>
          <p:cNvCxnSpPr>
            <a:cxnSpLocks/>
          </p:cNvCxnSpPr>
          <p:nvPr userDrawn="1"/>
        </p:nvCxnSpPr>
        <p:spPr bwMode="auto">
          <a:xfrm>
            <a:off x="3047603" y="3048000"/>
            <a:ext cx="0" cy="29527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3333316"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638091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9430109" y="3333750"/>
            <a:ext cx="2476178" cy="2477294"/>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endParaRPr lang="en-US" dirty="0"/>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93004217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287999" y="288036"/>
            <a:ext cx="2474590" cy="1048544"/>
          </a:xfrm>
        </p:spPr>
        <p:txBody>
          <a:bodyPr/>
          <a:lstStyle>
            <a:lvl1pPr>
              <a:lnSpc>
                <a:spcPct val="110000"/>
              </a:lnSpc>
              <a:defRPr sz="12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287999" y="1714500"/>
            <a:ext cx="2477765" cy="2000250"/>
          </a:xfrm>
        </p:spPr>
        <p:txBody>
          <a:bodyPr/>
          <a:lstStyle>
            <a:lvl1pPr>
              <a:lnSpc>
                <a:spcPct val="100000"/>
              </a:lnSpc>
              <a:spcBef>
                <a:spcPts val="0"/>
              </a:spcBef>
              <a:defRPr sz="18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3047603"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3333316" y="288036"/>
            <a:ext cx="607997" cy="608076"/>
          </a:xfrm>
        </p:spPr>
        <p:txBody>
          <a:bodyPr anchor="ctr"/>
          <a:lstStyle>
            <a:lvl1pPr algn="ctr">
              <a:defRPr sz="8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3333316" y="1714500"/>
            <a:ext cx="2475384"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6093683" y="283464"/>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6387345" y="288036"/>
            <a:ext cx="607997" cy="608076"/>
          </a:xfrm>
        </p:spPr>
        <p:txBody>
          <a:bodyPr anchor="ctr"/>
          <a:lstStyle>
            <a:lvl1pPr algn="ctr">
              <a:defRPr sz="8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6383185" y="1714500"/>
            <a:ext cx="2470738"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9142810" y="284957"/>
            <a:ext cx="0" cy="5715794"/>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9428522" y="288036"/>
            <a:ext cx="607997" cy="608076"/>
          </a:xfrm>
        </p:spPr>
        <p:txBody>
          <a:bodyPr anchor="ctr"/>
          <a:lstStyle>
            <a:lvl1pPr algn="ctr">
              <a:defRPr sz="8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9428523" y="1714500"/>
            <a:ext cx="2476177" cy="4286250"/>
          </a:xfrm>
        </p:spPr>
        <p:txBody>
          <a:bodyPr/>
          <a:lstStyle>
            <a:lvl1pPr>
              <a:lnSpc>
                <a:spcPct val="110000"/>
              </a:lnSpc>
              <a:spcBef>
                <a:spcPts val="0"/>
              </a:spcBef>
              <a:defRPr sz="1200">
                <a:solidFill>
                  <a:schemeClr val="tx1"/>
                </a:solidFill>
              </a:defRPr>
            </a:lvl1pPr>
            <a:lvl2pPr marL="109706" indent="-109706">
              <a:lnSpc>
                <a:spcPct val="110000"/>
              </a:lnSpc>
              <a:spcBef>
                <a:spcPts val="0"/>
              </a:spcBef>
              <a:defRPr sz="1200">
                <a:solidFill>
                  <a:schemeClr val="tx1"/>
                </a:solidFill>
              </a:defRPr>
            </a:lvl2pPr>
            <a:lvl3pPr marL="219412" indent="-109706">
              <a:lnSpc>
                <a:spcPct val="110000"/>
              </a:lnSpc>
              <a:spcBef>
                <a:spcPts val="0"/>
              </a:spcBef>
              <a:defRPr sz="1200">
                <a:solidFill>
                  <a:schemeClr val="tx1"/>
                </a:solidFill>
              </a:defRPr>
            </a:lvl3pPr>
            <a:lvl4pPr marL="329118" indent="-109706">
              <a:lnSpc>
                <a:spcPct val="110000"/>
              </a:lnSpc>
              <a:spcBef>
                <a:spcPts val="0"/>
              </a:spcBef>
              <a:defRPr sz="1200">
                <a:solidFill>
                  <a:schemeClr val="tx1"/>
                </a:solidFill>
              </a:defRPr>
            </a:lvl4pPr>
            <a:lvl5pPr>
              <a:lnSpc>
                <a:spcPct val="110000"/>
              </a:lnSpc>
              <a:spcBef>
                <a:spcPts val="0"/>
              </a:spcBef>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endParaRPr lang="en-US" dirty="0"/>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938998849"/>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ank white">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E27F71D-749D-974B-AB68-C90C1F656661}"/>
              </a:ext>
            </a:extLst>
          </p:cNvPr>
          <p:cNvGrpSpPr/>
          <p:nvPr userDrawn="1"/>
        </p:nvGrpSpPr>
        <p:grpSpPr>
          <a:xfrm>
            <a:off x="-146306" y="-147320"/>
            <a:ext cx="12485627" cy="7152640"/>
            <a:chOff x="-109730" y="-110490"/>
            <a:chExt cx="9364220" cy="5364480"/>
          </a:xfrm>
        </p:grpSpPr>
        <p:grpSp>
          <p:nvGrpSpPr>
            <p:cNvPr id="17" name="Group 16">
              <a:extLst>
                <a:ext uri="{FF2B5EF4-FFF2-40B4-BE49-F238E27FC236}">
                  <a16:creationId xmlns:a16="http://schemas.microsoft.com/office/drawing/2014/main" id="{7033ABDB-33FA-424A-8022-BE25064AAE9B}"/>
                </a:ext>
              </a:extLst>
            </p:cNvPr>
            <p:cNvGrpSpPr/>
            <p:nvPr userDrawn="1"/>
          </p:nvGrpSpPr>
          <p:grpSpPr>
            <a:xfrm>
              <a:off x="228600" y="-110490"/>
              <a:ext cx="8686732" cy="91440"/>
              <a:chOff x="228600" y="-152400"/>
              <a:chExt cx="8686732" cy="152400"/>
            </a:xfrm>
          </p:grpSpPr>
          <p:cxnSp>
            <p:nvCxnSpPr>
              <p:cNvPr id="50" name="Straight Connector 49">
                <a:extLst>
                  <a:ext uri="{FF2B5EF4-FFF2-40B4-BE49-F238E27FC236}">
                    <a16:creationId xmlns:a16="http://schemas.microsoft.com/office/drawing/2014/main" id="{E028FABC-C57C-0B4D-ADC6-F0D9AC86E7C9}"/>
                  </a:ext>
                </a:extLst>
              </p:cNvPr>
              <p:cNvCxnSpPr/>
              <p:nvPr userDrawn="1"/>
            </p:nvCxnSpPr>
            <p:spPr bwMode="auto">
              <a:xfrm rot="5400000" flipH="1">
                <a:off x="152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CCE52FE3-158F-D14E-B6AE-3EE847C02A23}"/>
                  </a:ext>
                </a:extLst>
              </p:cNvPr>
              <p:cNvCxnSpPr/>
              <p:nvPr userDrawn="1"/>
            </p:nvCxnSpPr>
            <p:spPr bwMode="auto">
              <a:xfrm rot="5400000" flipH="1">
                <a:off x="1981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C6326F37-4F20-A241-8AC4-D933542FB91D}"/>
                  </a:ext>
                </a:extLst>
              </p:cNvPr>
              <p:cNvCxnSpPr/>
              <p:nvPr userDrawn="1"/>
            </p:nvCxnSpPr>
            <p:spPr bwMode="auto">
              <a:xfrm rot="5400000" flipH="1">
                <a:off x="2209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93EAF95-D519-4A43-A5B7-8F152B7AAAF3}"/>
                  </a:ext>
                </a:extLst>
              </p:cNvPr>
              <p:cNvCxnSpPr/>
              <p:nvPr userDrawn="1"/>
            </p:nvCxnSpPr>
            <p:spPr bwMode="auto">
              <a:xfrm rot="5400000" flipH="1">
                <a:off x="2438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3D1F6C8-6E33-8445-84CD-22391B38AE2F}"/>
                  </a:ext>
                </a:extLst>
              </p:cNvPr>
              <p:cNvCxnSpPr/>
              <p:nvPr userDrawn="1"/>
            </p:nvCxnSpPr>
            <p:spPr bwMode="auto">
              <a:xfrm rot="5400000" flipH="1">
                <a:off x="4267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CC00B75-D288-0546-90E6-0FAF60915429}"/>
                  </a:ext>
                </a:extLst>
              </p:cNvPr>
              <p:cNvCxnSpPr/>
              <p:nvPr userDrawn="1"/>
            </p:nvCxnSpPr>
            <p:spPr bwMode="auto">
              <a:xfrm rot="5400000" flipH="1">
                <a:off x="4495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9E943793-FE0F-6F4D-98F4-B9E3837BCA91}"/>
                  </a:ext>
                </a:extLst>
              </p:cNvPr>
              <p:cNvCxnSpPr/>
              <p:nvPr userDrawn="1"/>
            </p:nvCxnSpPr>
            <p:spPr bwMode="auto">
              <a:xfrm rot="5400000" flipH="1">
                <a:off x="4724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B1C729D8-F1AE-2C45-BF73-3BFD621F4038}"/>
                  </a:ext>
                </a:extLst>
              </p:cNvPr>
              <p:cNvCxnSpPr/>
              <p:nvPr userDrawn="1"/>
            </p:nvCxnSpPr>
            <p:spPr bwMode="auto">
              <a:xfrm rot="5400000" flipH="1">
                <a:off x="65532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73341F0-E3B3-EB42-A739-32107097206A}"/>
                  </a:ext>
                </a:extLst>
              </p:cNvPr>
              <p:cNvCxnSpPr/>
              <p:nvPr userDrawn="1"/>
            </p:nvCxnSpPr>
            <p:spPr bwMode="auto">
              <a:xfrm rot="5400000" flipH="1">
                <a:off x="67818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89EDDA5B-8572-C545-8DFA-ABC33664C7A1}"/>
                  </a:ext>
                </a:extLst>
              </p:cNvPr>
              <p:cNvCxnSpPr/>
              <p:nvPr userDrawn="1"/>
            </p:nvCxnSpPr>
            <p:spPr bwMode="auto">
              <a:xfrm rot="5400000" flipH="1">
                <a:off x="7010400"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E0B85CAB-A5A1-6546-BA39-1598C1A1BF64}"/>
                  </a:ext>
                </a:extLst>
              </p:cNvPr>
              <p:cNvCxnSpPr/>
              <p:nvPr userDrawn="1"/>
            </p:nvCxnSpPr>
            <p:spPr bwMode="auto">
              <a:xfrm rot="5400000" flipH="1">
                <a:off x="8839132" y="-762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4EE9C99B-7B10-AE41-8B1B-D8508EC96D36}"/>
                </a:ext>
              </a:extLst>
            </p:cNvPr>
            <p:cNvGrpSpPr/>
            <p:nvPr userDrawn="1"/>
          </p:nvGrpSpPr>
          <p:grpSpPr>
            <a:xfrm>
              <a:off x="228600" y="5162550"/>
              <a:ext cx="8686732" cy="91440"/>
              <a:chOff x="228600" y="5143500"/>
              <a:chExt cx="8686732" cy="152400"/>
            </a:xfrm>
          </p:grpSpPr>
          <p:cxnSp>
            <p:nvCxnSpPr>
              <p:cNvPr id="39" name="Straight Connector 38">
                <a:extLst>
                  <a:ext uri="{FF2B5EF4-FFF2-40B4-BE49-F238E27FC236}">
                    <a16:creationId xmlns:a16="http://schemas.microsoft.com/office/drawing/2014/main" id="{C65EA58F-D486-A749-9B47-9DD071000D4F}"/>
                  </a:ext>
                </a:extLst>
              </p:cNvPr>
              <p:cNvCxnSpPr/>
              <p:nvPr userDrawn="1"/>
            </p:nvCxnSpPr>
            <p:spPr bwMode="auto">
              <a:xfrm rot="5400000" flipH="1">
                <a:off x="152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056486B-3E88-1F4E-A5B6-71F9C8038505}"/>
                  </a:ext>
                </a:extLst>
              </p:cNvPr>
              <p:cNvCxnSpPr/>
              <p:nvPr userDrawn="1"/>
            </p:nvCxnSpPr>
            <p:spPr bwMode="auto">
              <a:xfrm rot="5400000" flipH="1">
                <a:off x="1981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8F54F4A3-648E-3146-B408-995E6916E7DD}"/>
                  </a:ext>
                </a:extLst>
              </p:cNvPr>
              <p:cNvCxnSpPr/>
              <p:nvPr userDrawn="1"/>
            </p:nvCxnSpPr>
            <p:spPr bwMode="auto">
              <a:xfrm rot="5400000" flipH="1">
                <a:off x="2209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1DB512CA-21A6-9E45-BA56-12B8F4FE801F}"/>
                  </a:ext>
                </a:extLst>
              </p:cNvPr>
              <p:cNvCxnSpPr/>
              <p:nvPr userDrawn="1"/>
            </p:nvCxnSpPr>
            <p:spPr bwMode="auto">
              <a:xfrm rot="5400000" flipH="1">
                <a:off x="2438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BFB8868-99DE-1A45-8575-1EA11710057F}"/>
                  </a:ext>
                </a:extLst>
              </p:cNvPr>
              <p:cNvCxnSpPr/>
              <p:nvPr userDrawn="1"/>
            </p:nvCxnSpPr>
            <p:spPr bwMode="auto">
              <a:xfrm rot="5400000" flipH="1">
                <a:off x="4267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730DE9A1-D9BD-524C-BE6F-1D6659196FBC}"/>
                  </a:ext>
                </a:extLst>
              </p:cNvPr>
              <p:cNvCxnSpPr/>
              <p:nvPr userDrawn="1"/>
            </p:nvCxnSpPr>
            <p:spPr bwMode="auto">
              <a:xfrm rot="5400000" flipH="1">
                <a:off x="4495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5ABAF5C8-E725-FD45-80A0-6EC368BF88BA}"/>
                  </a:ext>
                </a:extLst>
              </p:cNvPr>
              <p:cNvCxnSpPr/>
              <p:nvPr userDrawn="1"/>
            </p:nvCxnSpPr>
            <p:spPr bwMode="auto">
              <a:xfrm rot="5400000" flipH="1">
                <a:off x="4724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BC18DE6-803B-7541-908A-41F6D4494834}"/>
                  </a:ext>
                </a:extLst>
              </p:cNvPr>
              <p:cNvCxnSpPr/>
              <p:nvPr userDrawn="1"/>
            </p:nvCxnSpPr>
            <p:spPr bwMode="auto">
              <a:xfrm rot="5400000" flipH="1">
                <a:off x="65532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737A4750-B9D5-5049-A414-7844F44D2F08}"/>
                  </a:ext>
                </a:extLst>
              </p:cNvPr>
              <p:cNvCxnSpPr/>
              <p:nvPr userDrawn="1"/>
            </p:nvCxnSpPr>
            <p:spPr bwMode="auto">
              <a:xfrm rot="5400000" flipH="1">
                <a:off x="67818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11CC3856-9176-894C-9678-78854179B583}"/>
                  </a:ext>
                </a:extLst>
              </p:cNvPr>
              <p:cNvCxnSpPr/>
              <p:nvPr userDrawn="1"/>
            </p:nvCxnSpPr>
            <p:spPr bwMode="auto">
              <a:xfrm rot="5400000" flipH="1">
                <a:off x="7010400"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3A4EF373-8CC5-F948-AA7B-C5EF10137299}"/>
                  </a:ext>
                </a:extLst>
              </p:cNvPr>
              <p:cNvCxnSpPr/>
              <p:nvPr userDrawn="1"/>
            </p:nvCxnSpPr>
            <p:spPr bwMode="auto">
              <a:xfrm rot="5400000" flipH="1">
                <a:off x="8839132" y="5219700"/>
                <a:ext cx="15240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19" name="Group 18">
              <a:extLst>
                <a:ext uri="{FF2B5EF4-FFF2-40B4-BE49-F238E27FC236}">
                  <a16:creationId xmlns:a16="http://schemas.microsoft.com/office/drawing/2014/main" id="{5EDFECA7-68A0-C74C-8702-67F215F53507}"/>
                </a:ext>
              </a:extLst>
            </p:cNvPr>
            <p:cNvGrpSpPr/>
            <p:nvPr userDrawn="1"/>
          </p:nvGrpSpPr>
          <p:grpSpPr>
            <a:xfrm>
              <a:off x="-109730" y="237744"/>
              <a:ext cx="91440" cy="4664456"/>
              <a:chOff x="-109730" y="237744"/>
              <a:chExt cx="91440" cy="4664456"/>
            </a:xfrm>
          </p:grpSpPr>
          <p:cxnSp>
            <p:nvCxnSpPr>
              <p:cNvPr id="30" name="Straight Connector 29">
                <a:extLst>
                  <a:ext uri="{FF2B5EF4-FFF2-40B4-BE49-F238E27FC236}">
                    <a16:creationId xmlns:a16="http://schemas.microsoft.com/office/drawing/2014/main" id="{B42BDEDC-364B-EC4F-9B43-9C5105374A26}"/>
                  </a:ext>
                </a:extLst>
              </p:cNvPr>
              <p:cNvCxnSpPr/>
              <p:nvPr userDrawn="1"/>
            </p:nvCxnSpPr>
            <p:spPr bwMode="auto">
              <a:xfrm flipH="1">
                <a:off x="-109730" y="65379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82746AEA-B7EE-6A45-A324-2780C5387E8B}"/>
                  </a:ext>
                </a:extLst>
              </p:cNvPr>
              <p:cNvCxnSpPr/>
              <p:nvPr userDrawn="1"/>
            </p:nvCxnSpPr>
            <p:spPr bwMode="auto">
              <a:xfrm flipH="1">
                <a:off x="-109730" y="128930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0F57C53-2F79-4140-B8DD-CFF27135CAA8}"/>
                  </a:ext>
                </a:extLst>
              </p:cNvPr>
              <p:cNvCxnSpPr/>
              <p:nvPr userDrawn="1"/>
            </p:nvCxnSpPr>
            <p:spPr bwMode="auto">
              <a:xfrm flipH="1">
                <a:off x="-109730" y="192938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D0D1241B-3B6D-564B-92C0-5F79295699BA}"/>
                  </a:ext>
                </a:extLst>
              </p:cNvPr>
              <p:cNvCxnSpPr/>
              <p:nvPr userDrawn="1"/>
            </p:nvCxnSpPr>
            <p:spPr bwMode="auto">
              <a:xfrm flipH="1">
                <a:off x="-109730" y="257099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4F1A65E1-A6DD-0E48-9328-F63C08A91C80}"/>
                  </a:ext>
                </a:extLst>
              </p:cNvPr>
              <p:cNvCxnSpPr/>
              <p:nvPr userDrawn="1"/>
            </p:nvCxnSpPr>
            <p:spPr bwMode="auto">
              <a:xfrm flipH="1">
                <a:off x="-109730" y="32095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DF1A857E-0280-4D4D-8C5E-78EB4893E8F3}"/>
                  </a:ext>
                </a:extLst>
              </p:cNvPr>
              <p:cNvCxnSpPr/>
              <p:nvPr userDrawn="1"/>
            </p:nvCxnSpPr>
            <p:spPr bwMode="auto">
              <a:xfrm flipH="1">
                <a:off x="-109730" y="384962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2EE49FC-4AC3-D84D-B296-8260919A4AFB}"/>
                  </a:ext>
                </a:extLst>
              </p:cNvPr>
              <p:cNvCxnSpPr/>
              <p:nvPr userDrawn="1"/>
            </p:nvCxnSpPr>
            <p:spPr bwMode="auto">
              <a:xfrm flipH="1">
                <a:off x="-109730" y="449427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036B8A6-5887-EB43-A589-E9B55309975E}"/>
                  </a:ext>
                </a:extLst>
              </p:cNvPr>
              <p:cNvCxnSpPr/>
              <p:nvPr userDrawn="1"/>
            </p:nvCxnSpPr>
            <p:spPr bwMode="auto">
              <a:xfrm flipH="1">
                <a:off x="-109730" y="23774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86C2E2E-F476-B64B-A78C-E2A4F068B019}"/>
                  </a:ext>
                </a:extLst>
              </p:cNvPr>
              <p:cNvCxnSpPr/>
              <p:nvPr userDrawn="1"/>
            </p:nvCxnSpPr>
            <p:spPr bwMode="auto">
              <a:xfrm flipH="1">
                <a:off x="-109730" y="4902200"/>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568B7B3E-2365-FA48-B0BB-56705EDB6709}"/>
                </a:ext>
              </a:extLst>
            </p:cNvPr>
            <p:cNvGrpSpPr/>
            <p:nvPr userDrawn="1"/>
          </p:nvGrpSpPr>
          <p:grpSpPr>
            <a:xfrm>
              <a:off x="9163050" y="237744"/>
              <a:ext cx="91440" cy="4663440"/>
              <a:chOff x="-109730" y="231394"/>
              <a:chExt cx="91440" cy="4663440"/>
            </a:xfrm>
          </p:grpSpPr>
          <p:cxnSp>
            <p:nvCxnSpPr>
              <p:cNvPr id="21" name="Straight Connector 20">
                <a:extLst>
                  <a:ext uri="{FF2B5EF4-FFF2-40B4-BE49-F238E27FC236}">
                    <a16:creationId xmlns:a16="http://schemas.microsoft.com/office/drawing/2014/main" id="{F8CB4122-4D33-2A42-871B-AB33239DC529}"/>
                  </a:ext>
                </a:extLst>
              </p:cNvPr>
              <p:cNvCxnSpPr/>
              <p:nvPr userDrawn="1"/>
            </p:nvCxnSpPr>
            <p:spPr bwMode="auto">
              <a:xfrm flipH="1">
                <a:off x="-109730" y="64744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E1272E41-0FA7-6B41-B356-7A2B88AC448F}"/>
                  </a:ext>
                </a:extLst>
              </p:cNvPr>
              <p:cNvCxnSpPr/>
              <p:nvPr userDrawn="1"/>
            </p:nvCxnSpPr>
            <p:spPr bwMode="auto">
              <a:xfrm flipH="1">
                <a:off x="-109730" y="128295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84B5EE1-D003-1F47-8D33-3E312E35B1E7}"/>
                  </a:ext>
                </a:extLst>
              </p:cNvPr>
              <p:cNvCxnSpPr/>
              <p:nvPr userDrawn="1"/>
            </p:nvCxnSpPr>
            <p:spPr bwMode="auto">
              <a:xfrm flipH="1">
                <a:off x="-109730" y="19230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71409CD-4C1B-8E45-ACF9-86D270DA7692}"/>
                  </a:ext>
                </a:extLst>
              </p:cNvPr>
              <p:cNvCxnSpPr/>
              <p:nvPr userDrawn="1"/>
            </p:nvCxnSpPr>
            <p:spPr bwMode="auto">
              <a:xfrm flipH="1">
                <a:off x="-109730" y="256311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131086F-34E8-8C46-8C5C-6BAA87172E82}"/>
                  </a:ext>
                </a:extLst>
              </p:cNvPr>
              <p:cNvCxnSpPr/>
              <p:nvPr userDrawn="1"/>
            </p:nvCxnSpPr>
            <p:spPr bwMode="auto">
              <a:xfrm flipH="1">
                <a:off x="-109730" y="32031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0A42B631-F25C-F54E-B854-80328E4DFBBC}"/>
                  </a:ext>
                </a:extLst>
              </p:cNvPr>
              <p:cNvCxnSpPr/>
              <p:nvPr userDrawn="1"/>
            </p:nvCxnSpPr>
            <p:spPr bwMode="auto">
              <a:xfrm flipH="1">
                <a:off x="-109730" y="384327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8D46B81-A248-A847-9183-C6BC43C53E85}"/>
                  </a:ext>
                </a:extLst>
              </p:cNvPr>
              <p:cNvCxnSpPr/>
              <p:nvPr userDrawn="1"/>
            </p:nvCxnSpPr>
            <p:spPr bwMode="auto">
              <a:xfrm flipH="1">
                <a:off x="-109730" y="4487926"/>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86FA5BE4-E196-EC4A-BC7A-95A47060EE08}"/>
                  </a:ext>
                </a:extLst>
              </p:cNvPr>
              <p:cNvCxnSpPr/>
              <p:nvPr userDrawn="1"/>
            </p:nvCxnSpPr>
            <p:spPr bwMode="auto">
              <a:xfrm flipH="1">
                <a:off x="-109730" y="23139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7A74DF6-412C-6548-B80E-F7E7ED8433A9}"/>
                  </a:ext>
                </a:extLst>
              </p:cNvPr>
              <p:cNvCxnSpPr/>
              <p:nvPr userDrawn="1"/>
            </p:nvCxnSpPr>
            <p:spPr bwMode="auto">
              <a:xfrm flipH="1">
                <a:off x="-109730" y="4894834"/>
                <a:ext cx="91440" cy="0"/>
              </a:xfrm>
              <a:prstGeom prst="line">
                <a:avLst/>
              </a:prstGeom>
              <a:ln>
                <a:solidFill>
                  <a:srgbClr val="BEBEBE"/>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
        <p:nvSpPr>
          <p:cNvPr id="61" name="Footer Placeholder 2">
            <a:extLst>
              <a:ext uri="{FF2B5EF4-FFF2-40B4-BE49-F238E27FC236}">
                <a16:creationId xmlns:a16="http://schemas.microsoft.com/office/drawing/2014/main" id="{E7948A74-F93F-924F-9CF3-C2F54075C4C8}"/>
              </a:ext>
            </a:extLst>
          </p:cNvPr>
          <p:cNvSpPr>
            <a:spLocks noGrp="1"/>
          </p:cNvSpPr>
          <p:nvPr>
            <p:ph type="ftr" sz="quarter" idx="3"/>
          </p:nvPr>
        </p:nvSpPr>
        <p:spPr>
          <a:xfrm>
            <a:off x="210312" y="6073456"/>
            <a:ext cx="2438312" cy="546100"/>
          </a:xfrm>
          <a:prstGeom prst="rect">
            <a:avLst/>
          </a:prstGeom>
        </p:spPr>
        <p:txBody>
          <a:bodyPr anchor="b"/>
          <a:lstStyle>
            <a:lvl1pPr>
              <a:lnSpc>
                <a:spcPct val="150000"/>
              </a:lnSpc>
              <a:defRPr sz="1000" b="0" i="0">
                <a:solidFill>
                  <a:srgbClr val="50565B"/>
                </a:solidFill>
                <a:latin typeface="IBM Plex Sans" panose="020B0503050000000000" pitchFamily="34" charset="77"/>
              </a:defRPr>
            </a:lvl1pPr>
          </a:lstStyle>
          <a:p>
            <a:r>
              <a:rPr lang="en-US" b="1">
                <a:solidFill>
                  <a:schemeClr val="tx1"/>
                </a:solidFill>
                <a:latin typeface="IBM Plex Sans SmBld" panose="020B0503050000000000" pitchFamily="34" charset="77"/>
              </a:rPr>
              <a:t>Presentation title</a:t>
            </a:r>
          </a:p>
          <a:p>
            <a:r>
              <a:rPr lang="en-US"/>
              <a:t>IBM  |  Project/team name</a:t>
            </a:r>
            <a:endParaRPr lang="en-US" dirty="0"/>
          </a:p>
        </p:txBody>
      </p:sp>
      <p:sp>
        <p:nvSpPr>
          <p:cNvPr id="62" name="Text Placeholder 64">
            <a:extLst>
              <a:ext uri="{FF2B5EF4-FFF2-40B4-BE49-F238E27FC236}">
                <a16:creationId xmlns:a16="http://schemas.microsoft.com/office/drawing/2014/main" id="{54A9B2C0-A149-DE4F-8512-BF08217E4804}"/>
              </a:ext>
            </a:extLst>
          </p:cNvPr>
          <p:cNvSpPr>
            <a:spLocks noGrp="1"/>
          </p:cNvSpPr>
          <p:nvPr>
            <p:ph type="body" sz="quarter" idx="10" hasCustomPrompt="1"/>
          </p:nvPr>
        </p:nvSpPr>
        <p:spPr>
          <a:xfrm>
            <a:off x="210312" y="326929"/>
            <a:ext cx="5560816" cy="1392144"/>
          </a:xfrm>
          <a:prstGeom prst="rect">
            <a:avLst/>
          </a:prstGeom>
        </p:spPr>
        <p:txBody>
          <a:bodyPr>
            <a:normAutofit/>
          </a:bodyPr>
          <a:lstStyle>
            <a:lvl1pPr>
              <a:defRPr sz="2400" b="0" i="0">
                <a:latin typeface="IBM Plex Sans" panose="020B0503050203000203" pitchFamily="34" charset="0"/>
              </a:defRPr>
            </a:lvl1pPr>
          </a:lstStyle>
          <a:p>
            <a:pPr lvl="0"/>
            <a:r>
              <a:rPr lang="en-US" dirty="0"/>
              <a:t>Slide title</a:t>
            </a:r>
          </a:p>
        </p:txBody>
      </p:sp>
    </p:spTree>
    <p:extLst>
      <p:ext uri="{BB962C8B-B14F-4D97-AF65-F5344CB8AC3E}">
        <p14:creationId xmlns:p14="http://schemas.microsoft.com/office/powerpoint/2010/main" val="1795603310"/>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CC25B71-827F-9C78-56BA-F30A6070AC9F}"/>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2660830350"/>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999" y="288036"/>
            <a:ext cx="2474590" cy="142954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14884"/>
            <a:ext cx="2475384" cy="953956"/>
          </a:xfrm>
        </p:spPr>
        <p:txBody>
          <a:bodyPr/>
          <a:lstStyle>
            <a:lvl1pPr>
              <a:lnSpc>
                <a:spcPct val="90000"/>
              </a:lnSpc>
              <a:defRPr sz="6499">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4"/>
            <a:ext cx="2475384" cy="483652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1" y="213241"/>
            <a:ext cx="2474590" cy="953294"/>
          </a:xfrm>
        </p:spPr>
        <p:txBody>
          <a:bodyPr/>
          <a:lstStyle>
            <a:lvl1pPr>
              <a:lnSpc>
                <a:spcPct val="90000"/>
              </a:lnSpc>
              <a:defRPr sz="6499">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7327"/>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214827"/>
            <a:ext cx="2474590" cy="951707"/>
          </a:xfrm>
        </p:spPr>
        <p:txBody>
          <a:bodyPr/>
          <a:lstStyle>
            <a:lvl1pPr>
              <a:lnSpc>
                <a:spcPct val="90000"/>
              </a:lnSpc>
              <a:defRPr sz="6499">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28522" y="1166534"/>
            <a:ext cx="2476178"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21388"/>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7" indent="-73137">
              <a:lnSpc>
                <a:spcPct val="120000"/>
              </a:lnSpc>
              <a:spcBef>
                <a:spcPts val="0"/>
              </a:spcBef>
              <a:defRPr sz="800" b="0" i="0">
                <a:solidFill>
                  <a:schemeClr val="tx1"/>
                </a:solidFill>
                <a:latin typeface="IBM Plex Sans" panose="020B0503050203000203" pitchFamily="34" charset="0"/>
              </a:defRPr>
            </a:lvl2pPr>
            <a:lvl3pPr marL="146275" indent="-73137">
              <a:lnSpc>
                <a:spcPct val="120000"/>
              </a:lnSpc>
              <a:spcBef>
                <a:spcPts val="0"/>
              </a:spcBef>
              <a:defRPr sz="800" b="0" i="0">
                <a:solidFill>
                  <a:schemeClr val="tx1"/>
                </a:solidFill>
                <a:latin typeface="IBM Plex Sans" panose="020B0503050203000203" pitchFamily="34" charset="0"/>
              </a:defRPr>
            </a:lvl3pPr>
            <a:lvl4pPr marL="219412" indent="-73137">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284125" y="6402118"/>
            <a:ext cx="2477765" cy="190500"/>
          </a:xfrm>
        </p:spPr>
        <p:txBody>
          <a:bodyPr/>
          <a:lstStyle/>
          <a:p>
            <a:endParaRPr lang="en-US" dirty="0"/>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2242573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6AD06EA-1AAE-9258-F68E-D0D307454A33}"/>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287998" y="6231636"/>
            <a:ext cx="5524575" cy="381000"/>
          </a:xfrm>
        </p:spPr>
        <p:txBody>
          <a:bodyPr anchor="b"/>
          <a:lstStyle>
            <a:lvl1pPr>
              <a:lnSpc>
                <a:spcPct val="110000"/>
              </a:lnSpc>
              <a:spcBef>
                <a:spcPts val="0"/>
              </a:spcBef>
              <a:defRPr sz="1400">
                <a:solidFill>
                  <a:schemeClr val="tx1"/>
                </a:solidFill>
              </a:defRPr>
            </a:lvl1pPr>
          </a:lstStyle>
          <a:p>
            <a:pPr lvl="0"/>
            <a:r>
              <a:rPr lang="en-US"/>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467671835"/>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19"/>
            <a:ext cx="135436" cy="123111"/>
          </a:xfrm>
          <a:prstGeom prst="rect">
            <a:avLst/>
          </a:prstGeom>
          <a:ln w="12700">
            <a:miter lim="400000"/>
          </a:ln>
        </p:spPr>
        <p:txBody>
          <a:bodyPr wrap="squar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37888050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9.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0.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773A592-6F6E-3DBB-78B4-8F502C178D28}"/>
              </a:ext>
            </a:extLst>
          </p:cNvPr>
          <p:cNvPicPr>
            <a:picLocks noChangeAspect="1"/>
          </p:cNvPicPr>
          <p:nvPr/>
        </p:nvPicPr>
        <p:blipFill>
          <a:blip r:embed="rId3"/>
          <a:stretch>
            <a:fillRect/>
          </a:stretch>
        </p:blipFill>
        <p:spPr>
          <a:xfrm>
            <a:off x="10870578" y="152827"/>
            <a:ext cx="1092058" cy="507934"/>
          </a:xfrm>
          <a:prstGeom prst="rect">
            <a:avLst/>
          </a:prstGeom>
        </p:spPr>
      </p:pic>
      <p:grpSp>
        <p:nvGrpSpPr>
          <p:cNvPr id="3" name="Group 2">
            <a:extLst>
              <a:ext uri="{FF2B5EF4-FFF2-40B4-BE49-F238E27FC236}">
                <a16:creationId xmlns:a16="http://schemas.microsoft.com/office/drawing/2014/main" id="{4A58F720-4EB5-A8A2-2F51-63CEAE31F496}"/>
              </a:ext>
            </a:extLst>
          </p:cNvPr>
          <p:cNvGrpSpPr/>
          <p:nvPr/>
        </p:nvGrpSpPr>
        <p:grpSpPr>
          <a:xfrm>
            <a:off x="794" y="1340"/>
            <a:ext cx="12188826" cy="6856214"/>
            <a:chOff x="0" y="0"/>
            <a:chExt cx="24384000" cy="13716000"/>
          </a:xfrm>
        </p:grpSpPr>
        <p:pic>
          <p:nvPicPr>
            <p:cNvPr id="4" name="Picture 3" descr="A picture containing mollusk, appliance, dryer&#10;&#10;Description automatically generated">
              <a:extLst>
                <a:ext uri="{FF2B5EF4-FFF2-40B4-BE49-F238E27FC236}">
                  <a16:creationId xmlns:a16="http://schemas.microsoft.com/office/drawing/2014/main" id="{D9DFED7F-026C-F5B6-1ACD-818A09281C56}"/>
                </a:ext>
              </a:extLst>
            </p:cNvPr>
            <p:cNvPicPr>
              <a:picLocks noChangeAspect="1"/>
            </p:cNvPicPr>
            <p:nvPr/>
          </p:nvPicPr>
          <p:blipFill rotWithShape="1">
            <a:blip r:embed="rId4">
              <a:extLst>
                <a:ext uri="{28A0092B-C50C-407E-A947-70E740481C1C}">
                  <a14:useLocalDpi xmlns:a14="http://schemas.microsoft.com/office/drawing/2010/main"/>
                </a:ext>
              </a:extLst>
            </a:blip>
            <a:srcRect l="3742" t="15909" r="28401" b="16231"/>
            <a:stretch/>
          </p:blipFill>
          <p:spPr>
            <a:xfrm>
              <a:off x="0" y="0"/>
              <a:ext cx="24384000" cy="13716000"/>
            </a:xfrm>
            <a:prstGeom prst="rect">
              <a:avLst/>
            </a:prstGeom>
          </p:spPr>
        </p:pic>
        <p:pic>
          <p:nvPicPr>
            <p:cNvPr id="5" name="Picture 4" descr="IBM 8-bar logo in black">
              <a:extLst>
                <a:ext uri="{FF2B5EF4-FFF2-40B4-BE49-F238E27FC236}">
                  <a16:creationId xmlns:a16="http://schemas.microsoft.com/office/drawing/2014/main" id="{E315A7C3-498E-17F0-9256-959FD1822669}"/>
                </a:ext>
              </a:extLst>
            </p:cNvPr>
            <p:cNvPicPr>
              <a:picLocks noChangeAspect="1"/>
            </p:cNvPicPr>
            <p:nvPr/>
          </p:nvPicPr>
          <p:blipFill>
            <a:blip r:embed="rId5"/>
            <a:stretch>
              <a:fillRect/>
            </a:stretch>
          </p:blipFill>
          <p:spPr>
            <a:xfrm>
              <a:off x="22279951" y="12526963"/>
              <a:ext cx="1638300" cy="609600"/>
            </a:xfrm>
            <a:prstGeom prst="rect">
              <a:avLst/>
            </a:prstGeom>
          </p:spPr>
        </p:pic>
      </p:grpSp>
      <p:sp>
        <p:nvSpPr>
          <p:cNvPr id="13" name="Text Placeholder 2">
            <a:extLst>
              <a:ext uri="{FF2B5EF4-FFF2-40B4-BE49-F238E27FC236}">
                <a16:creationId xmlns:a16="http://schemas.microsoft.com/office/drawing/2014/main" id="{BF3DF6C2-EA9A-0BCF-4B9C-9773E1EAC962}"/>
              </a:ext>
            </a:extLst>
          </p:cNvPr>
          <p:cNvSpPr txBox="1">
            <a:spLocks/>
          </p:cNvSpPr>
          <p:nvPr/>
        </p:nvSpPr>
        <p:spPr>
          <a:xfrm>
            <a:off x="642018" y="3078147"/>
            <a:ext cx="3088063" cy="2908571"/>
          </a:xfrm>
          <a:prstGeom prst="rect">
            <a:avLst/>
          </a:prstGeom>
        </p:spPr>
        <p:txBody>
          <a:bodyPr lIns="91428" tIns="45714" rIns="91428" bIns="45714" anchor="t">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4200" kern="0" dirty="0">
                <a:latin typeface="IBM Plex Sans Light"/>
              </a:rPr>
              <a:t>Journey of Integrating </a:t>
            </a:r>
            <a:r>
              <a:rPr lang="en-US" sz="4200" kern="0" dirty="0" err="1">
                <a:latin typeface="IBM Plex Sans Light"/>
              </a:rPr>
              <a:t>Docling</a:t>
            </a:r>
            <a:r>
              <a:rPr lang="en-US" sz="4200" kern="0" dirty="0">
                <a:latin typeface="IBM Plex Sans Light"/>
              </a:rPr>
              <a:t> </a:t>
            </a:r>
            <a:r>
              <a:rPr lang="en-US" sz="4200" kern="0" dirty="0" err="1">
                <a:latin typeface="IBM Plex Sans Light"/>
              </a:rPr>
              <a:t>intoAskIBM</a:t>
            </a:r>
            <a:endParaRPr lang="en-US" sz="4200" dirty="0" err="1">
              <a:latin typeface="IBM Plex Sans Light"/>
            </a:endParaRPr>
          </a:p>
        </p:txBody>
      </p:sp>
      <p:sp>
        <p:nvSpPr>
          <p:cNvPr id="2" name="Text Placeholder 2">
            <a:extLst>
              <a:ext uri="{FF2B5EF4-FFF2-40B4-BE49-F238E27FC236}">
                <a16:creationId xmlns:a16="http://schemas.microsoft.com/office/drawing/2014/main" id="{8C1BC162-DCE1-AA7E-A295-D1B701ACD4C3}"/>
              </a:ext>
            </a:extLst>
          </p:cNvPr>
          <p:cNvSpPr txBox="1">
            <a:spLocks/>
          </p:cNvSpPr>
          <p:nvPr/>
        </p:nvSpPr>
        <p:spPr>
          <a:xfrm>
            <a:off x="642395" y="5989450"/>
            <a:ext cx="4029717" cy="426101"/>
          </a:xfrm>
          <a:prstGeom prst="rect">
            <a:avLst/>
          </a:prstGeom>
        </p:spPr>
        <p:txBody>
          <a:bodyPr lIns="0" tIns="45720" rIns="91440" bIns="45720"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2400" kern="0" dirty="0">
                <a:ea typeface="+mn-lt"/>
                <a:cs typeface="+mn-lt"/>
              </a:rPr>
              <a:t>Jose Moises Romo, Abby Tse</a:t>
            </a:r>
            <a:endParaRPr lang="en-US" sz="2400" dirty="0"/>
          </a:p>
        </p:txBody>
      </p:sp>
      <p:pic>
        <p:nvPicPr>
          <p:cNvPr id="7" name="Picture 6" descr="What is Docling? Docs, Demo and How to Deploy | Shakudo">
            <a:extLst>
              <a:ext uri="{FF2B5EF4-FFF2-40B4-BE49-F238E27FC236}">
                <a16:creationId xmlns:a16="http://schemas.microsoft.com/office/drawing/2014/main" id="{C248B3CE-1E3F-1306-7B91-B8EDBCF12055}"/>
              </a:ext>
            </a:extLst>
          </p:cNvPr>
          <p:cNvPicPr>
            <a:picLocks noChangeAspect="1"/>
          </p:cNvPicPr>
          <p:nvPr/>
        </p:nvPicPr>
        <p:blipFill>
          <a:blip r:embed="rId6"/>
          <a:stretch>
            <a:fillRect/>
          </a:stretch>
        </p:blipFill>
        <p:spPr>
          <a:xfrm>
            <a:off x="7151794" y="2424577"/>
            <a:ext cx="2107790" cy="2113936"/>
          </a:xfrm>
          <a:prstGeom prst="rect">
            <a:avLst/>
          </a:prstGeom>
        </p:spPr>
      </p:pic>
    </p:spTree>
    <p:extLst>
      <p:ext uri="{BB962C8B-B14F-4D97-AF65-F5344CB8AC3E}">
        <p14:creationId xmlns:p14="http://schemas.microsoft.com/office/powerpoint/2010/main" val="4279308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EE2DDCD-9133-04D6-928F-E254BE513D1A}"/>
              </a:ext>
            </a:extLst>
          </p:cNvPr>
          <p:cNvSpPr/>
          <p:nvPr/>
        </p:nvSpPr>
        <p:spPr bwMode="auto">
          <a:xfrm>
            <a:off x="794" y="894"/>
            <a:ext cx="12190413" cy="6856214"/>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8" tIns="45708" rIns="45708" bIns="45708"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457018" fontAlgn="base">
              <a:spcBef>
                <a:spcPct val="0"/>
              </a:spcBef>
              <a:spcAft>
                <a:spcPct val="0"/>
              </a:spcAft>
            </a:pPr>
            <a:endParaRPr lang="en-BR" sz="700" dirty="0">
              <a:solidFill>
                <a:srgbClr val="FFFFFF"/>
              </a:solidFill>
              <a:latin typeface="IBM Plex Sans Light"/>
            </a:endParaRPr>
          </a:p>
        </p:txBody>
      </p:sp>
      <p:sp>
        <p:nvSpPr>
          <p:cNvPr id="2" name="Title 1">
            <a:extLst>
              <a:ext uri="{FF2B5EF4-FFF2-40B4-BE49-F238E27FC236}">
                <a16:creationId xmlns:a16="http://schemas.microsoft.com/office/drawing/2014/main" id="{DDCCF299-D9B7-4B30-CE97-DECA33F3E7DD}"/>
              </a:ext>
            </a:extLst>
          </p:cNvPr>
          <p:cNvSpPr>
            <a:spLocks noGrp="1"/>
          </p:cNvSpPr>
          <p:nvPr>
            <p:ph type="title"/>
          </p:nvPr>
        </p:nvSpPr>
        <p:spPr>
          <a:xfrm>
            <a:off x="545505" y="479082"/>
            <a:ext cx="7389422" cy="4988392"/>
          </a:xfrm>
        </p:spPr>
        <p:txBody>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6850" dirty="0">
                <a:solidFill>
                  <a:schemeClr val="accent1"/>
                </a:solidFill>
              </a:rPr>
              <a:t>Mission of the CIO</a:t>
            </a:r>
            <a:br>
              <a:rPr lang="en-US" sz="5700" dirty="0"/>
            </a:br>
            <a:br>
              <a:rPr lang="en-US" sz="5700" dirty="0"/>
            </a:br>
            <a:r>
              <a:rPr lang="en-US" sz="3550" kern="1200" dirty="0">
                <a:solidFill>
                  <a:srgbClr val="000000"/>
                </a:solidFill>
                <a:latin typeface="IBM Plex Sans Light"/>
              </a:rPr>
              <a:t>Creating AI experiences</a:t>
            </a:r>
            <a:br>
              <a:rPr lang="en-US" sz="3550" kern="1200" dirty="0">
                <a:latin typeface="IBM Plex Sans Light"/>
              </a:rPr>
            </a:br>
            <a:r>
              <a:rPr lang="en-US" sz="3550" kern="1200" dirty="0">
                <a:solidFill>
                  <a:srgbClr val="000000"/>
                </a:solidFill>
                <a:latin typeface="IBM Plex Sans Light"/>
              </a:rPr>
              <a:t>to make IBM the most</a:t>
            </a:r>
            <a:br>
              <a:rPr lang="en-US" sz="3550" kern="1200" dirty="0">
                <a:latin typeface="IBM Plex Sans Light"/>
              </a:rPr>
            </a:br>
            <a:r>
              <a:rPr lang="en-US" sz="3550" kern="1200" dirty="0">
                <a:solidFill>
                  <a:srgbClr val="000000"/>
                </a:solidFill>
                <a:latin typeface="IBM Plex Sans Light"/>
              </a:rPr>
              <a:t>productive company</a:t>
            </a:r>
            <a:br>
              <a:rPr lang="en-US" sz="3550" kern="1200" dirty="0">
                <a:latin typeface="IBM Plex Sans Light"/>
              </a:rPr>
            </a:br>
            <a:r>
              <a:rPr lang="en-US" sz="3550" kern="1200" dirty="0">
                <a:solidFill>
                  <a:srgbClr val="000000"/>
                </a:solidFill>
                <a:latin typeface="IBM Plex Sans Light"/>
              </a:rPr>
              <a:t>in the world</a:t>
            </a:r>
          </a:p>
        </p:txBody>
      </p:sp>
      <p:pic>
        <p:nvPicPr>
          <p:cNvPr id="6" name="Picture 5">
            <a:extLst>
              <a:ext uri="{FF2B5EF4-FFF2-40B4-BE49-F238E27FC236}">
                <a16:creationId xmlns:a16="http://schemas.microsoft.com/office/drawing/2014/main" id="{A5483F86-A5C1-1590-E3DD-A9D4A078177D}"/>
              </a:ext>
            </a:extLst>
          </p:cNvPr>
          <p:cNvPicPr>
            <a:picLocks noChangeAspect="1"/>
          </p:cNvPicPr>
          <p:nvPr/>
        </p:nvPicPr>
        <p:blipFill rotWithShape="1">
          <a:blip r:embed="rId3">
            <a:extLst>
              <a:ext uri="{28A0092B-C50C-407E-A947-70E740481C1C}">
                <a14:useLocalDpi xmlns:a14="http://schemas.microsoft.com/office/drawing/2010/main"/>
              </a:ext>
            </a:extLst>
          </a:blip>
          <a:srcRect l="50084" t="-525" r="12488" b="525"/>
          <a:stretch/>
        </p:blipFill>
        <p:spPr>
          <a:xfrm>
            <a:off x="6319950" y="1918117"/>
            <a:ext cx="5807944" cy="4702402"/>
          </a:xfrm>
          <a:prstGeom prst="rect">
            <a:avLst/>
          </a:prstGeom>
        </p:spPr>
      </p:pic>
    </p:spTree>
    <p:extLst>
      <p:ext uri="{BB962C8B-B14F-4D97-AF65-F5344CB8AC3E}">
        <p14:creationId xmlns:p14="http://schemas.microsoft.com/office/powerpoint/2010/main" val="3012454010"/>
      </p:ext>
    </p:extLst>
  </p:cSld>
  <p:clrMapOvr>
    <a:masterClrMapping/>
  </p:clrMapOvr>
  <mc:AlternateContent xmlns:mc="http://schemas.openxmlformats.org/markup-compatibility/2006" xmlns:p14="http://schemas.microsoft.com/office/powerpoint/2010/main">
    <mc:Choice Requires="p14">
      <p:transition spd="slow" p14:dur="10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DA227-486F-2421-8563-5E06303A2BE9}"/>
            </a:ext>
          </a:extLst>
        </p:cNvPr>
        <p:cNvGrpSpPr/>
        <p:nvPr/>
      </p:nvGrpSpPr>
      <p:grpSpPr>
        <a:xfrm>
          <a:off x="0" y="0"/>
          <a:ext cx="0" cy="0"/>
          <a:chOff x="0" y="0"/>
          <a:chExt cx="0" cy="0"/>
        </a:xfrm>
      </p:grpSpPr>
      <p:sp>
        <p:nvSpPr>
          <p:cNvPr id="11" name="Text Placeholder 4">
            <a:extLst>
              <a:ext uri="{FF2B5EF4-FFF2-40B4-BE49-F238E27FC236}">
                <a16:creationId xmlns:a16="http://schemas.microsoft.com/office/drawing/2014/main" id="{5A9AA2D3-2D50-FA1C-F2E6-90CF1BAE0D6E}"/>
              </a:ext>
            </a:extLst>
          </p:cNvPr>
          <p:cNvSpPr txBox="1">
            <a:spLocks/>
          </p:cNvSpPr>
          <p:nvPr/>
        </p:nvSpPr>
        <p:spPr>
          <a:xfrm>
            <a:off x="810056" y="853719"/>
            <a:ext cx="5476263" cy="553054"/>
          </a:xfrm>
          <a:prstGeom prst="rect">
            <a:avLst/>
          </a:prstGeom>
        </p:spPr>
        <p:txBody>
          <a:bodyPr lIns="91440" tIns="45720" rIns="91440" bIns="45720"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914034">
              <a:spcBef>
                <a:spcPts val="1467"/>
              </a:spcBef>
              <a:buClr>
                <a:srgbClr val="000000"/>
              </a:buClr>
            </a:pPr>
            <a:r>
              <a:rPr lang="en-US" sz="3200" kern="0" dirty="0">
                <a:solidFill>
                  <a:srgbClr val="000000"/>
                </a:solidFill>
                <a:latin typeface="IBM Plex Sans Light"/>
              </a:rPr>
              <a:t>Introducing AskIBM</a:t>
            </a:r>
            <a:endParaRPr lang="en-US" sz="3200" b="1" kern="0" dirty="0">
              <a:solidFill>
                <a:srgbClr val="0F6FFF"/>
              </a:solidFill>
              <a:latin typeface="IBM Plex Sans Light"/>
            </a:endParaRPr>
          </a:p>
        </p:txBody>
      </p:sp>
      <p:sp>
        <p:nvSpPr>
          <p:cNvPr id="3" name="TextBox 2">
            <a:extLst>
              <a:ext uri="{FF2B5EF4-FFF2-40B4-BE49-F238E27FC236}">
                <a16:creationId xmlns:a16="http://schemas.microsoft.com/office/drawing/2014/main" id="{E112F493-5C45-C78C-10E7-439FA38BCFFF}"/>
              </a:ext>
            </a:extLst>
          </p:cNvPr>
          <p:cNvSpPr txBox="1"/>
          <p:nvPr/>
        </p:nvSpPr>
        <p:spPr>
          <a:xfrm>
            <a:off x="812497" y="1945002"/>
            <a:ext cx="3690236" cy="3385518"/>
          </a:xfrm>
          <a:prstGeom prst="rect">
            <a:avLst/>
          </a:prstGeom>
          <a:noFill/>
        </p:spPr>
        <p:txBody>
          <a:bodyPr wrap="square" lIns="91416" tIns="45708" rIns="91416" bIns="45708" rtlCol="0" anchor="t">
            <a:sp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914034"/>
            <a:r>
              <a:rPr lang="en-US" sz="2400" dirty="0"/>
              <a:t>AskIBM is the </a:t>
            </a:r>
            <a:r>
              <a:rPr lang="en-US" sz="2400" dirty="0">
                <a:solidFill>
                  <a:schemeClr val="accent1"/>
                </a:solidFill>
              </a:rPr>
              <a:t>one-stop destination</a:t>
            </a:r>
            <a:r>
              <a:rPr lang="en-US" sz="2400" dirty="0"/>
              <a:t> for IBMers everyday AI needs, providing seamless access to digital agents and enterprise knowledge to help drive greater productivity across IBM.</a:t>
            </a:r>
            <a:endParaRPr lang="en-US" sz="2400" kern="0" dirty="0"/>
          </a:p>
          <a:p>
            <a:pPr defTabSz="914034"/>
            <a:endParaRPr lang="en-US" sz="2200" dirty="0">
              <a:solidFill>
                <a:srgbClr val="000000"/>
              </a:solidFill>
              <a:latin typeface="IBM Plex Sans Light" panose="020B0403050203000203" pitchFamily="34" charset="0"/>
              <a:ea typeface="IBM Plex Sans" charset="0"/>
              <a:cs typeface="IBM Plex Sans" charset="0"/>
            </a:endParaRPr>
          </a:p>
        </p:txBody>
      </p:sp>
      <p:sp>
        <p:nvSpPr>
          <p:cNvPr id="14" name="Footer Placeholder 3">
            <a:extLst>
              <a:ext uri="{FF2B5EF4-FFF2-40B4-BE49-F238E27FC236}">
                <a16:creationId xmlns:a16="http://schemas.microsoft.com/office/drawing/2014/main" id="{43AD81FC-98FE-C9E1-8F20-C723A4CB8748}"/>
              </a:ext>
            </a:extLst>
          </p:cNvPr>
          <p:cNvSpPr txBox="1">
            <a:spLocks/>
          </p:cNvSpPr>
          <p:nvPr/>
        </p:nvSpPr>
        <p:spPr>
          <a:xfrm>
            <a:off x="284125" y="6401731"/>
            <a:ext cx="2477765" cy="190475"/>
          </a:xfrm>
          <a:prstGeom prst="rect">
            <a:avLst/>
          </a:prstGeom>
        </p:spPr>
        <p:txBody>
          <a:bodyPr lIns="91440" tIns="45720" rIns="91440" bIns="45720"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800" dirty="0">
                <a:latin typeface="IBM Plex Sans"/>
              </a:rPr>
              <a:t>IBM | CIO</a:t>
            </a:r>
          </a:p>
        </p:txBody>
      </p:sp>
      <p:pic>
        <p:nvPicPr>
          <p:cNvPr id="2" name="Picture 1" descr="Graphical user interface, text, application, email&#10;&#10;AI-generated content may be incorrect.">
            <a:extLst>
              <a:ext uri="{FF2B5EF4-FFF2-40B4-BE49-F238E27FC236}">
                <a16:creationId xmlns:a16="http://schemas.microsoft.com/office/drawing/2014/main" id="{3CEA3BDB-B065-1148-4D12-7F3893A0260D}"/>
              </a:ext>
            </a:extLst>
          </p:cNvPr>
          <p:cNvPicPr>
            <a:picLocks noChangeAspect="1"/>
          </p:cNvPicPr>
          <p:nvPr/>
        </p:nvPicPr>
        <p:blipFill>
          <a:blip r:embed="rId3"/>
          <a:srcRect l="7468" t="3378" r="6184" b="3832"/>
          <a:stretch>
            <a:fillRect/>
          </a:stretch>
        </p:blipFill>
        <p:spPr>
          <a:xfrm>
            <a:off x="6522152" y="225552"/>
            <a:ext cx="4506761" cy="6363581"/>
          </a:xfrm>
          <a:prstGeom prst="rect">
            <a:avLst/>
          </a:prstGeom>
        </p:spPr>
      </p:pic>
    </p:spTree>
    <p:extLst>
      <p:ext uri="{BB962C8B-B14F-4D97-AF65-F5344CB8AC3E}">
        <p14:creationId xmlns:p14="http://schemas.microsoft.com/office/powerpoint/2010/main" val="1763799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EE2DDCD-9133-04D6-928F-E254BE513D1A}"/>
              </a:ext>
            </a:extLst>
          </p:cNvPr>
          <p:cNvSpPr/>
          <p:nvPr/>
        </p:nvSpPr>
        <p:spPr bwMode="auto">
          <a:xfrm>
            <a:off x="794" y="894"/>
            <a:ext cx="12190413" cy="6856214"/>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08" tIns="45708" rIns="45708" bIns="45708" numCol="1" rtlCol="0" anchor="t" anchorCtr="0" compatLnSpc="1">
            <a:prstTxWarp prst="textNoShape">
              <a:avLst/>
            </a:prstTxWarp>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defTabSz="457018" fontAlgn="base">
              <a:spcBef>
                <a:spcPct val="0"/>
              </a:spcBef>
              <a:spcAft>
                <a:spcPct val="0"/>
              </a:spcAft>
            </a:pPr>
            <a:endParaRPr lang="en-BR" sz="700" dirty="0">
              <a:solidFill>
                <a:srgbClr val="FFFFFF"/>
              </a:solidFill>
              <a:latin typeface="IBM Plex Sans Light"/>
            </a:endParaRPr>
          </a:p>
        </p:txBody>
      </p:sp>
      <p:sp>
        <p:nvSpPr>
          <p:cNvPr id="2" name="Title 1">
            <a:extLst>
              <a:ext uri="{FF2B5EF4-FFF2-40B4-BE49-F238E27FC236}">
                <a16:creationId xmlns:a16="http://schemas.microsoft.com/office/drawing/2014/main" id="{DDCCF299-D9B7-4B30-CE97-DECA33F3E7DD}"/>
              </a:ext>
            </a:extLst>
          </p:cNvPr>
          <p:cNvSpPr>
            <a:spLocks noGrp="1"/>
          </p:cNvSpPr>
          <p:nvPr>
            <p:ph type="title"/>
          </p:nvPr>
        </p:nvSpPr>
        <p:spPr>
          <a:xfrm>
            <a:off x="545505" y="924143"/>
            <a:ext cx="7905615" cy="3246702"/>
          </a:xfrm>
        </p:spPr>
        <p:txBody>
          <a:bodyPr>
            <a:normAutofit fontScale="90000"/>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6850" dirty="0" err="1">
                <a:solidFill>
                  <a:schemeClr val="accent1"/>
                </a:solidFill>
              </a:rPr>
              <a:t>AskIBM</a:t>
            </a:r>
            <a:r>
              <a:rPr lang="en-US" sz="6850" dirty="0">
                <a:solidFill>
                  <a:schemeClr val="accent1"/>
                </a:solidFill>
              </a:rPr>
              <a:t> </a:t>
            </a:r>
            <a:br>
              <a:rPr lang="en-US" sz="5700" dirty="0"/>
            </a:br>
            <a:br>
              <a:rPr lang="en-US" sz="5700" dirty="0"/>
            </a:br>
            <a:r>
              <a:rPr lang="en-US" sz="3550" kern="1200" dirty="0">
                <a:solidFill>
                  <a:srgbClr val="000000"/>
                </a:solidFill>
                <a:latin typeface="IBM Plex Sans Light"/>
              </a:rPr>
              <a:t>Creating AI experiences</a:t>
            </a:r>
            <a:br>
              <a:rPr lang="en-US" sz="3550" kern="1200" dirty="0">
                <a:latin typeface="IBM Plex Sans Light"/>
              </a:rPr>
            </a:br>
            <a:r>
              <a:rPr lang="en-US" sz="3550" kern="1200" dirty="0">
                <a:solidFill>
                  <a:srgbClr val="000000"/>
                </a:solidFill>
                <a:latin typeface="IBM Plex Sans Light"/>
              </a:rPr>
              <a:t>to make IBM the most</a:t>
            </a:r>
            <a:br>
              <a:rPr lang="en-US" sz="3550" kern="1200" dirty="0">
                <a:latin typeface="IBM Plex Sans Light"/>
              </a:rPr>
            </a:br>
            <a:r>
              <a:rPr lang="en-US" sz="3550" kern="1200" dirty="0">
                <a:solidFill>
                  <a:srgbClr val="000000"/>
                </a:solidFill>
                <a:latin typeface="IBM Plex Sans Light"/>
              </a:rPr>
              <a:t>productive company</a:t>
            </a:r>
            <a:br>
              <a:rPr lang="en-US" sz="3550" kern="1200" dirty="0">
                <a:latin typeface="IBM Plex Sans Light"/>
              </a:rPr>
            </a:br>
            <a:r>
              <a:rPr lang="en-US" sz="3550" kern="1200" dirty="0">
                <a:solidFill>
                  <a:srgbClr val="000000"/>
                </a:solidFill>
                <a:latin typeface="IBM Plex Sans Light"/>
              </a:rPr>
              <a:t>in the world</a:t>
            </a:r>
          </a:p>
        </p:txBody>
      </p:sp>
      <p:pic>
        <p:nvPicPr>
          <p:cNvPr id="4" name="Picture 3" descr="What is Docling? Docs, Demo and How to Deploy | Shakudo">
            <a:extLst>
              <a:ext uri="{FF2B5EF4-FFF2-40B4-BE49-F238E27FC236}">
                <a16:creationId xmlns:a16="http://schemas.microsoft.com/office/drawing/2014/main" id="{13947D51-9AC9-76D1-70C7-F52CE8C7C0F3}"/>
              </a:ext>
            </a:extLst>
          </p:cNvPr>
          <p:cNvPicPr>
            <a:picLocks noChangeAspect="1"/>
          </p:cNvPicPr>
          <p:nvPr/>
        </p:nvPicPr>
        <p:blipFill>
          <a:blip r:embed="rId3"/>
          <a:stretch>
            <a:fillRect/>
          </a:stretch>
        </p:blipFill>
        <p:spPr>
          <a:xfrm>
            <a:off x="6145162" y="2888226"/>
            <a:ext cx="2107790" cy="2113936"/>
          </a:xfrm>
          <a:prstGeom prst="rect">
            <a:avLst/>
          </a:prstGeom>
        </p:spPr>
      </p:pic>
      <p:sp>
        <p:nvSpPr>
          <p:cNvPr id="8" name="TextBox 7">
            <a:extLst>
              <a:ext uri="{FF2B5EF4-FFF2-40B4-BE49-F238E27FC236}">
                <a16:creationId xmlns:a16="http://schemas.microsoft.com/office/drawing/2014/main" id="{2242A988-D1FD-8DD1-BACA-9CBADB2E2D28}"/>
              </a:ext>
            </a:extLst>
          </p:cNvPr>
          <p:cNvSpPr txBox="1"/>
          <p:nvPr/>
        </p:nvSpPr>
        <p:spPr>
          <a:xfrm>
            <a:off x="546919" y="4664178"/>
            <a:ext cx="540774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u="none" strike="noStrike" baseline="0" dirty="0">
                <a:solidFill>
                  <a:srgbClr val="000000"/>
                </a:solidFill>
                <a:latin typeface="Aptos"/>
                <a:ea typeface="Aptos"/>
                <a:cs typeface="Aptos"/>
              </a:rPr>
              <a:t>AskIBM is the </a:t>
            </a:r>
            <a:r>
              <a:rPr lang="en-US" b="0" i="0" u="none" strike="noStrike" baseline="0" dirty="0">
                <a:solidFill>
                  <a:srgbClr val="156082"/>
                </a:solidFill>
                <a:latin typeface="Aptos"/>
                <a:ea typeface="Aptos"/>
                <a:cs typeface="Aptos"/>
              </a:rPr>
              <a:t>one-stop destination</a:t>
            </a:r>
            <a:r>
              <a:rPr lang="en-US" b="0" i="0" u="none" strike="noStrike" baseline="0" dirty="0">
                <a:solidFill>
                  <a:srgbClr val="000000"/>
                </a:solidFill>
                <a:latin typeface="Aptos"/>
                <a:ea typeface="Aptos"/>
                <a:cs typeface="Aptos"/>
              </a:rPr>
              <a:t> for </a:t>
            </a:r>
            <a:r>
              <a:rPr lang="en-US" b="0" i="0" u="none" strike="noStrike" baseline="0" err="1">
                <a:solidFill>
                  <a:srgbClr val="000000"/>
                </a:solidFill>
                <a:latin typeface="Aptos"/>
                <a:ea typeface="Aptos"/>
                <a:cs typeface="Aptos"/>
              </a:rPr>
              <a:t>IBMers</a:t>
            </a:r>
            <a:r>
              <a:rPr lang="en-US" b="0" i="0" u="none" strike="noStrike" baseline="0" dirty="0">
                <a:solidFill>
                  <a:srgbClr val="000000"/>
                </a:solidFill>
                <a:latin typeface="Aptos"/>
                <a:ea typeface="Aptos"/>
                <a:cs typeface="Aptos"/>
              </a:rPr>
              <a:t> everyday AI needs, providing seamless access to digital agents and enterprise knowledge to help drive greater productivity across IBM.</a:t>
            </a:r>
            <a:r>
              <a:rPr b="0" i="0" dirty="0">
                <a:solidFill>
                  <a:srgbClr val="000000"/>
                </a:solidFill>
                <a:latin typeface="Aptos"/>
                <a:ea typeface="Aptos"/>
                <a:cs typeface="Aptos"/>
              </a:rPr>
              <a:t>​</a:t>
            </a:r>
            <a:endParaRPr lang="en-US" dirty="0"/>
          </a:p>
          <a:p>
            <a:pPr algn="ctr"/>
            <a:endParaRPr lang="en-US"/>
          </a:p>
        </p:txBody>
      </p:sp>
      <p:pic>
        <p:nvPicPr>
          <p:cNvPr id="10" name="Picture 9">
            <a:extLst>
              <a:ext uri="{FF2B5EF4-FFF2-40B4-BE49-F238E27FC236}">
                <a16:creationId xmlns:a16="http://schemas.microsoft.com/office/drawing/2014/main" id="{9D5198AC-A217-E3B5-7A7B-17FFE6424C07}"/>
              </a:ext>
            </a:extLst>
          </p:cNvPr>
          <p:cNvPicPr>
            <a:picLocks noChangeAspect="1"/>
          </p:cNvPicPr>
          <p:nvPr/>
        </p:nvPicPr>
        <p:blipFill>
          <a:blip r:embed="rId4"/>
          <a:stretch>
            <a:fillRect/>
          </a:stretch>
        </p:blipFill>
        <p:spPr>
          <a:xfrm>
            <a:off x="9022324" y="2692808"/>
            <a:ext cx="2572366" cy="2498624"/>
          </a:xfrm>
          <a:prstGeom prst="rect">
            <a:avLst/>
          </a:prstGeom>
        </p:spPr>
      </p:pic>
      <p:sp>
        <p:nvSpPr>
          <p:cNvPr id="11" name="Plus Sign 10">
            <a:extLst>
              <a:ext uri="{FF2B5EF4-FFF2-40B4-BE49-F238E27FC236}">
                <a16:creationId xmlns:a16="http://schemas.microsoft.com/office/drawing/2014/main" id="{A0D16171-EFE0-F943-6A3D-2AFFC51D9D29}"/>
              </a:ext>
            </a:extLst>
          </p:cNvPr>
          <p:cNvSpPr/>
          <p:nvPr/>
        </p:nvSpPr>
        <p:spPr>
          <a:xfrm>
            <a:off x="8566354" y="3779274"/>
            <a:ext cx="344129" cy="331838"/>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9718299"/>
      </p:ext>
    </p:extLst>
  </p:cSld>
  <p:clrMapOvr>
    <a:masterClrMapping/>
  </p:clrMapOvr>
  <mc:AlternateContent xmlns:mc="http://schemas.openxmlformats.org/markup-compatibility/2006">
    <mc:Choice xmlns:p14="http://schemas.microsoft.com/office/powerpoint/2010/main" Requires="p14">
      <p:transition spd="slow" p14:dur="10000" advClick="0"/>
    </mc:Choice>
    <mc:Fallback>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73FD8-543E-AAC5-344A-B492B9B84FD3}"/>
              </a:ext>
            </a:extLst>
          </p:cNvPr>
          <p:cNvSpPr>
            <a:spLocks noGrp="1"/>
          </p:cNvSpPr>
          <p:nvPr>
            <p:ph type="title"/>
          </p:nvPr>
        </p:nvSpPr>
        <p:spPr/>
        <p:txBody>
          <a:bodyPr/>
          <a:lstStyle/>
          <a:p>
            <a:r>
              <a:rPr lang="en-US" dirty="0"/>
              <a:t>Architectural Diagram</a:t>
            </a:r>
          </a:p>
        </p:txBody>
      </p:sp>
      <p:pic>
        <p:nvPicPr>
          <p:cNvPr id="5" name="Picture 4">
            <a:extLst>
              <a:ext uri="{FF2B5EF4-FFF2-40B4-BE49-F238E27FC236}">
                <a16:creationId xmlns:a16="http://schemas.microsoft.com/office/drawing/2014/main" id="{27AF4BAF-A7D1-5F3F-E0CB-4EB34FBA17C8}"/>
              </a:ext>
            </a:extLst>
          </p:cNvPr>
          <p:cNvPicPr>
            <a:picLocks noChangeAspect="1"/>
          </p:cNvPicPr>
          <p:nvPr/>
        </p:nvPicPr>
        <p:blipFill>
          <a:blip r:embed="rId3"/>
          <a:stretch>
            <a:fillRect/>
          </a:stretch>
        </p:blipFill>
        <p:spPr>
          <a:xfrm>
            <a:off x="838070" y="1350267"/>
            <a:ext cx="10077450" cy="4867275"/>
          </a:xfrm>
          <a:prstGeom prst="rect">
            <a:avLst/>
          </a:prstGeom>
        </p:spPr>
      </p:pic>
      <p:sp>
        <p:nvSpPr>
          <p:cNvPr id="4" name="Footer Placeholder 3">
            <a:extLst>
              <a:ext uri="{FF2B5EF4-FFF2-40B4-BE49-F238E27FC236}">
                <a16:creationId xmlns:a16="http://schemas.microsoft.com/office/drawing/2014/main" id="{C9622F6D-2326-426C-EAF2-D589770FBC6D}"/>
              </a:ext>
            </a:extLst>
          </p:cNvPr>
          <p:cNvSpPr txBox="1">
            <a:spLocks/>
          </p:cNvSpPr>
          <p:nvPr/>
        </p:nvSpPr>
        <p:spPr>
          <a:xfrm>
            <a:off x="284125" y="6401731"/>
            <a:ext cx="2477765" cy="190475"/>
          </a:xfrm>
          <a:prstGeom prst="rect">
            <a:avLst/>
          </a:prstGeom>
        </p:spPr>
        <p:txBody>
          <a:bodyPr lIns="91440" tIns="45720" rIns="91440" bIns="45720"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800" dirty="0">
                <a:latin typeface="IBM Plex Sans"/>
              </a:rPr>
              <a:t>IBM | CIO</a:t>
            </a:r>
          </a:p>
        </p:txBody>
      </p:sp>
    </p:spTree>
    <p:extLst>
      <p:ext uri="{BB962C8B-B14F-4D97-AF65-F5344CB8AC3E}">
        <p14:creationId xmlns:p14="http://schemas.microsoft.com/office/powerpoint/2010/main" val="4111226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group of people working on computers&#10;&#10;Description automatically generated">
            <a:extLst>
              <a:ext uri="{FF2B5EF4-FFF2-40B4-BE49-F238E27FC236}">
                <a16:creationId xmlns:a16="http://schemas.microsoft.com/office/drawing/2014/main" id="{3768614A-DD72-4F16-5269-3A796D13E648}"/>
              </a:ext>
            </a:extLst>
          </p:cNvPr>
          <p:cNvPicPr>
            <a:picLocks noChangeAspect="1"/>
          </p:cNvPicPr>
          <p:nvPr/>
        </p:nvPicPr>
        <p:blipFill rotWithShape="1">
          <a:blip r:embed="rId3"/>
          <a:srcRect r="40738"/>
          <a:stretch/>
        </p:blipFill>
        <p:spPr>
          <a:xfrm>
            <a:off x="6096483" y="894"/>
            <a:ext cx="6094725" cy="6856212"/>
          </a:xfrm>
          <a:prstGeom prst="rect">
            <a:avLst/>
          </a:prstGeom>
        </p:spPr>
      </p:pic>
      <p:sp>
        <p:nvSpPr>
          <p:cNvPr id="6" name="Text Placeholder 5">
            <a:extLst>
              <a:ext uri="{FF2B5EF4-FFF2-40B4-BE49-F238E27FC236}">
                <a16:creationId xmlns:a16="http://schemas.microsoft.com/office/drawing/2014/main" id="{1855F095-493C-B2AA-49B7-76B27ED1B018}"/>
              </a:ext>
            </a:extLst>
          </p:cNvPr>
          <p:cNvSpPr>
            <a:spLocks noGrp="1"/>
          </p:cNvSpPr>
          <p:nvPr>
            <p:ph type="body" sz="quarter" idx="18"/>
          </p:nvPr>
        </p:nvSpPr>
        <p:spPr>
          <a:xfrm>
            <a:off x="447562" y="4006752"/>
            <a:ext cx="2475856" cy="966536"/>
          </a:xfrm>
          <a:prstGeom prst="rect">
            <a:avLst/>
          </a:prstGeom>
        </p:spPr>
        <p:txBody>
          <a:bodyPr/>
          <a:lstStyle/>
          <a:p>
            <a:endParaRPr lang="en-US" dirty="0"/>
          </a:p>
          <a:p>
            <a:endParaRPr lang="en-US" dirty="0"/>
          </a:p>
        </p:txBody>
      </p:sp>
      <p:sp>
        <p:nvSpPr>
          <p:cNvPr id="7" name="Text Placeholder 6">
            <a:extLst>
              <a:ext uri="{FF2B5EF4-FFF2-40B4-BE49-F238E27FC236}">
                <a16:creationId xmlns:a16="http://schemas.microsoft.com/office/drawing/2014/main" id="{736453F0-0A6C-C895-C568-77196B99C5E1}"/>
              </a:ext>
            </a:extLst>
          </p:cNvPr>
          <p:cNvSpPr>
            <a:spLocks noGrp="1"/>
          </p:cNvSpPr>
          <p:nvPr>
            <p:ph type="body" sz="quarter" idx="19"/>
          </p:nvPr>
        </p:nvSpPr>
        <p:spPr>
          <a:xfrm>
            <a:off x="3352237" y="4035321"/>
            <a:ext cx="2475856" cy="914162"/>
          </a:xfrm>
          <a:prstGeom prst="rect">
            <a:avLst/>
          </a:prstGeom>
        </p:spPr>
        <p:txBody>
          <a:bodyPr/>
          <a:lstStyle/>
          <a:p>
            <a:pPr algn="ctr"/>
            <a:endParaRPr lang="en-US" dirty="0"/>
          </a:p>
          <a:p>
            <a:pPr algn="ctr"/>
            <a:endParaRPr lang="en-US" sz="5748" dirty="0">
              <a:solidFill>
                <a:schemeClr val="accent1"/>
              </a:solidFill>
            </a:endParaRPr>
          </a:p>
        </p:txBody>
      </p:sp>
      <p:sp>
        <p:nvSpPr>
          <p:cNvPr id="24" name="TextBox 23">
            <a:extLst>
              <a:ext uri="{FF2B5EF4-FFF2-40B4-BE49-F238E27FC236}">
                <a16:creationId xmlns:a16="http://schemas.microsoft.com/office/drawing/2014/main" id="{9205FA2B-0543-834D-B1F1-E133FBD30DDC}"/>
              </a:ext>
            </a:extLst>
          </p:cNvPr>
          <p:cNvSpPr txBox="1"/>
          <p:nvPr/>
        </p:nvSpPr>
        <p:spPr>
          <a:xfrm>
            <a:off x="399819" y="4975326"/>
            <a:ext cx="2487536" cy="646203"/>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ctr" defTabSz="228508">
              <a:defRPr/>
            </a:pPr>
            <a:endParaRPr lang="en-US" sz="3599" dirty="0">
              <a:solidFill>
                <a:srgbClr val="000000"/>
              </a:solidFill>
              <a:latin typeface="IBM Plex Sans Light"/>
            </a:endParaRPr>
          </a:p>
        </p:txBody>
      </p:sp>
      <p:sp>
        <p:nvSpPr>
          <p:cNvPr id="29" name="TextBox 28">
            <a:extLst>
              <a:ext uri="{FF2B5EF4-FFF2-40B4-BE49-F238E27FC236}">
                <a16:creationId xmlns:a16="http://schemas.microsoft.com/office/drawing/2014/main" id="{11446AE5-84A4-5951-2968-FC05A2305120}"/>
              </a:ext>
            </a:extLst>
          </p:cNvPr>
          <p:cNvSpPr txBox="1"/>
          <p:nvPr/>
        </p:nvSpPr>
        <p:spPr>
          <a:xfrm>
            <a:off x="3463533" y="4973288"/>
            <a:ext cx="2364560" cy="646203"/>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lgn="ctr" defTabSz="228508">
              <a:defRPr/>
            </a:pPr>
            <a:endParaRPr lang="en-US" sz="3599" dirty="0">
              <a:solidFill>
                <a:srgbClr val="000000"/>
              </a:solidFill>
              <a:latin typeface="IBM Plex Sans Light"/>
            </a:endParaRPr>
          </a:p>
        </p:txBody>
      </p:sp>
      <p:sp>
        <p:nvSpPr>
          <p:cNvPr id="11" name="Text Placeholder 3">
            <a:extLst>
              <a:ext uri="{FF2B5EF4-FFF2-40B4-BE49-F238E27FC236}">
                <a16:creationId xmlns:a16="http://schemas.microsoft.com/office/drawing/2014/main" id="{8861BB79-1118-04CB-E4C6-1D5C29B5406C}"/>
              </a:ext>
            </a:extLst>
          </p:cNvPr>
          <p:cNvSpPr txBox="1">
            <a:spLocks/>
          </p:cNvSpPr>
          <p:nvPr/>
        </p:nvSpPr>
        <p:spPr>
          <a:xfrm>
            <a:off x="385921" y="1409268"/>
            <a:ext cx="2475856" cy="8764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ctr" defTabSz="1218712">
              <a:defRPr/>
            </a:pPr>
            <a:r>
              <a:rPr lang="en-US" sz="5400" kern="0" dirty="0">
                <a:solidFill>
                  <a:srgbClr val="0F62FE"/>
                </a:solidFill>
                <a:latin typeface="IBM Plex Sans Light"/>
              </a:rPr>
              <a:t>250K</a:t>
            </a:r>
            <a:endParaRPr lang="en-US" sz="5400" kern="0" dirty="0">
              <a:solidFill>
                <a:srgbClr val="0F62FE"/>
              </a:solidFill>
            </a:endParaRPr>
          </a:p>
          <a:p>
            <a:pPr algn="ctr" defTabSz="1218712">
              <a:defRPr/>
            </a:pPr>
            <a:endParaRPr lang="en-US" sz="5400" kern="0" dirty="0">
              <a:solidFill>
                <a:srgbClr val="000000"/>
              </a:solidFill>
            </a:endParaRPr>
          </a:p>
          <a:p>
            <a:pPr algn="ctr" defTabSz="1218712">
              <a:defRPr/>
            </a:pPr>
            <a:endParaRPr lang="en-US" sz="5400" kern="0" dirty="0">
              <a:solidFill>
                <a:srgbClr val="000000"/>
              </a:solidFill>
            </a:endParaRPr>
          </a:p>
        </p:txBody>
      </p:sp>
      <p:sp>
        <p:nvSpPr>
          <p:cNvPr id="13" name="Text Placeholder 4">
            <a:extLst>
              <a:ext uri="{FF2B5EF4-FFF2-40B4-BE49-F238E27FC236}">
                <a16:creationId xmlns:a16="http://schemas.microsoft.com/office/drawing/2014/main" id="{EED83488-199A-8168-8A0D-60488ABE4B61}"/>
              </a:ext>
            </a:extLst>
          </p:cNvPr>
          <p:cNvSpPr txBox="1">
            <a:spLocks/>
          </p:cNvSpPr>
          <p:nvPr/>
        </p:nvSpPr>
        <p:spPr>
          <a:xfrm>
            <a:off x="3445834" y="1408920"/>
            <a:ext cx="2405405" cy="7144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ctr" defTabSz="1218712">
              <a:defRPr/>
            </a:pPr>
            <a:r>
              <a:rPr lang="en-US" sz="5700" kern="0" dirty="0">
                <a:solidFill>
                  <a:srgbClr val="0F62FE"/>
                </a:solidFill>
                <a:latin typeface="IBM Plex Sans Light"/>
              </a:rPr>
              <a:t>10%</a:t>
            </a:r>
            <a:endParaRPr lang="en-US" sz="5748" kern="0" dirty="0">
              <a:solidFill>
                <a:srgbClr val="0F62FE"/>
              </a:solidFill>
            </a:endParaRPr>
          </a:p>
          <a:p>
            <a:pPr defTabSz="1218712">
              <a:defRPr/>
            </a:pPr>
            <a:endParaRPr lang="en-US" sz="1400" kern="0" dirty="0">
              <a:solidFill>
                <a:srgbClr val="000000"/>
              </a:solidFill>
            </a:endParaRPr>
          </a:p>
          <a:p>
            <a:pPr defTabSz="1218712">
              <a:defRPr/>
            </a:pPr>
            <a:endParaRPr lang="en-US" sz="1400" kern="0" dirty="0">
              <a:solidFill>
                <a:srgbClr val="000000"/>
              </a:solidFill>
            </a:endParaRPr>
          </a:p>
        </p:txBody>
      </p:sp>
      <p:sp>
        <p:nvSpPr>
          <p:cNvPr id="15" name="Text Placeholder 6">
            <a:extLst>
              <a:ext uri="{FF2B5EF4-FFF2-40B4-BE49-F238E27FC236}">
                <a16:creationId xmlns:a16="http://schemas.microsoft.com/office/drawing/2014/main" id="{393D14D0-F62D-ED2A-EDE9-FAE98CEBBEB8}"/>
              </a:ext>
            </a:extLst>
          </p:cNvPr>
          <p:cNvSpPr txBox="1">
            <a:spLocks/>
          </p:cNvSpPr>
          <p:nvPr/>
        </p:nvSpPr>
        <p:spPr>
          <a:xfrm>
            <a:off x="3352237" y="4035321"/>
            <a:ext cx="2475856" cy="9141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ctr" defTabSz="1218712">
              <a:defRPr/>
            </a:pPr>
            <a:r>
              <a:rPr lang="en-US" sz="5700" kern="0" dirty="0">
                <a:solidFill>
                  <a:srgbClr val="0F62FE"/>
                </a:solidFill>
                <a:latin typeface="IBM Plex Sans Light"/>
              </a:rPr>
              <a:t>16K</a:t>
            </a:r>
            <a:endParaRPr lang="en-US" dirty="0"/>
          </a:p>
          <a:p>
            <a:pPr algn="ctr" defTabSz="1218712">
              <a:defRPr/>
            </a:pPr>
            <a:endParaRPr lang="en-US" sz="1400" kern="0" dirty="0">
              <a:solidFill>
                <a:srgbClr val="000000"/>
              </a:solidFill>
            </a:endParaRPr>
          </a:p>
        </p:txBody>
      </p:sp>
      <p:cxnSp>
        <p:nvCxnSpPr>
          <p:cNvPr id="16" name="Straight Connector 15">
            <a:extLst>
              <a:ext uri="{FF2B5EF4-FFF2-40B4-BE49-F238E27FC236}">
                <a16:creationId xmlns:a16="http://schemas.microsoft.com/office/drawing/2014/main" id="{AA586845-F9A1-1036-1045-C78C91485E4A}"/>
              </a:ext>
            </a:extLst>
          </p:cNvPr>
          <p:cNvCxnSpPr>
            <a:cxnSpLocks/>
          </p:cNvCxnSpPr>
          <p:nvPr/>
        </p:nvCxnSpPr>
        <p:spPr bwMode="auto">
          <a:xfrm>
            <a:off x="199624" y="3485051"/>
            <a:ext cx="5809499"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8CA2A6BD-7A20-3145-09F0-A3B8EEC5C4BF}"/>
              </a:ext>
            </a:extLst>
          </p:cNvPr>
          <p:cNvCxnSpPr>
            <a:cxnSpLocks/>
          </p:cNvCxnSpPr>
          <p:nvPr/>
        </p:nvCxnSpPr>
        <p:spPr bwMode="auto">
          <a:xfrm>
            <a:off x="3246830" y="1058027"/>
            <a:ext cx="0" cy="518855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A61EA8EA-F5BD-438D-DCAF-09EBE3330966}"/>
              </a:ext>
            </a:extLst>
          </p:cNvPr>
          <p:cNvSpPr txBox="1"/>
          <p:nvPr/>
        </p:nvSpPr>
        <p:spPr>
          <a:xfrm>
            <a:off x="278089" y="2285556"/>
            <a:ext cx="2683065" cy="443449"/>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4" tIns="22857" rIns="45714" bIns="22857" anchor="t">
            <a:spAutoFit/>
          </a:bodyPr>
          <a:lstStyle/>
          <a:p>
            <a:pPr algn="ctr" defTabSz="2438400">
              <a:lnSpc>
                <a:spcPct val="110000"/>
              </a:lnSpc>
              <a:defRPr/>
            </a:pPr>
            <a:r>
              <a:rPr lang="en-US" sz="1200" kern="0" dirty="0">
                <a:solidFill>
                  <a:srgbClr val="000000"/>
                </a:solidFill>
                <a:latin typeface="IBM Plex Sans Light"/>
                <a:ea typeface="+mj-ea"/>
                <a:cs typeface="+mj-cs"/>
                <a:sym typeface="IBM Plex Sans Light"/>
              </a:rPr>
              <a:t>Pages of documents</a:t>
            </a:r>
            <a:br>
              <a:rPr lang="en-US" sz="1200" kern="0" dirty="0">
                <a:solidFill>
                  <a:srgbClr val="000000"/>
                </a:solidFill>
                <a:latin typeface="IBM Plex Sans Light"/>
                <a:ea typeface="+mj-ea"/>
                <a:cs typeface="+mj-cs"/>
                <a:sym typeface="IBM Plex Sans Light"/>
              </a:rPr>
            </a:br>
            <a:r>
              <a:rPr lang="en-US" sz="1200" kern="0" dirty="0">
                <a:latin typeface="IBM Plex Sans Light"/>
                <a:ea typeface="+mj-ea"/>
                <a:cs typeface="+mj-cs"/>
              </a:rPr>
              <a:t>(PDF, DOCX, PPTX, images)</a:t>
            </a:r>
            <a:endParaRPr lang="en-US" dirty="0">
              <a:ea typeface="+mj-ea"/>
              <a:cs typeface="+mj-cs"/>
            </a:endParaRPr>
          </a:p>
        </p:txBody>
      </p:sp>
      <p:sp>
        <p:nvSpPr>
          <p:cNvPr id="20" name="TextBox 19">
            <a:extLst>
              <a:ext uri="{FF2B5EF4-FFF2-40B4-BE49-F238E27FC236}">
                <a16:creationId xmlns:a16="http://schemas.microsoft.com/office/drawing/2014/main" id="{CE21EEDB-891B-3813-8B33-CFEEAF9BFE29}"/>
              </a:ext>
            </a:extLst>
          </p:cNvPr>
          <p:cNvSpPr txBox="1"/>
          <p:nvPr/>
        </p:nvSpPr>
        <p:spPr>
          <a:xfrm>
            <a:off x="3463532" y="2285556"/>
            <a:ext cx="2253267" cy="486865"/>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40" tIns="45720" rIns="91440" bIns="45720" anchor="t">
            <a:spAutoFit/>
          </a:bodyPr>
          <a:lstStyle/>
          <a:p>
            <a:pPr algn="ctr" defTabSz="2438400">
              <a:lnSpc>
                <a:spcPct val="110000"/>
              </a:lnSpc>
              <a:defRPr/>
            </a:pPr>
            <a:r>
              <a:rPr lang="en-US" sz="1200" kern="0" dirty="0">
                <a:solidFill>
                  <a:srgbClr val="000000"/>
                </a:solidFill>
                <a:latin typeface="IBM Plex Sans Light"/>
                <a:ea typeface="+mj-ea"/>
                <a:cs typeface="+mj-cs"/>
              </a:rPr>
              <a:t>Of vectors in entire collection are from attachments</a:t>
            </a:r>
            <a:endParaRPr lang="en-US" sz="1200" kern="0" dirty="0">
              <a:latin typeface="IBM Plex Sans Light"/>
              <a:ea typeface="+mj-ea"/>
              <a:cs typeface="+mj-cs"/>
            </a:endParaRPr>
          </a:p>
        </p:txBody>
      </p:sp>
      <p:sp>
        <p:nvSpPr>
          <p:cNvPr id="25" name="TextBox 24">
            <a:extLst>
              <a:ext uri="{FF2B5EF4-FFF2-40B4-BE49-F238E27FC236}">
                <a16:creationId xmlns:a16="http://schemas.microsoft.com/office/drawing/2014/main" id="{32D0BC2F-1445-B89A-4C2C-42AABFE545A8}"/>
              </a:ext>
            </a:extLst>
          </p:cNvPr>
          <p:cNvSpPr txBox="1"/>
          <p:nvPr/>
        </p:nvSpPr>
        <p:spPr>
          <a:xfrm>
            <a:off x="3463533" y="4973287"/>
            <a:ext cx="2364560" cy="443449"/>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4" tIns="22857" rIns="45714" bIns="22857" anchor="t">
            <a:spAutoFit/>
          </a:bodyPr>
          <a:lstStyle/>
          <a:p>
            <a:pPr algn="ctr" defTabSz="2438400">
              <a:lnSpc>
                <a:spcPct val="110000"/>
              </a:lnSpc>
              <a:defRPr/>
            </a:pPr>
            <a:r>
              <a:rPr lang="en-US" sz="1200" kern="0" dirty="0">
                <a:solidFill>
                  <a:srgbClr val="000000"/>
                </a:solidFill>
                <a:latin typeface="IBM Plex Sans Light"/>
                <a:ea typeface="+mj-ea"/>
                <a:cs typeface="+mj-cs"/>
                <a:sym typeface="IBM Plex Sans Light"/>
              </a:rPr>
              <a:t>Attachment results retrieved per day</a:t>
            </a:r>
            <a:endParaRPr lang="en-US" dirty="0">
              <a:ea typeface="+mj-ea"/>
              <a:cs typeface="+mj-cs"/>
            </a:endParaRPr>
          </a:p>
        </p:txBody>
      </p:sp>
      <p:sp>
        <p:nvSpPr>
          <p:cNvPr id="2" name="Title 1">
            <a:extLst>
              <a:ext uri="{FF2B5EF4-FFF2-40B4-BE49-F238E27FC236}">
                <a16:creationId xmlns:a16="http://schemas.microsoft.com/office/drawing/2014/main" id="{4EE26FB8-9BCD-18CA-ED73-38FB6FBFADE3}"/>
              </a:ext>
            </a:extLst>
          </p:cNvPr>
          <p:cNvSpPr txBox="1">
            <a:spLocks/>
          </p:cNvSpPr>
          <p:nvPr/>
        </p:nvSpPr>
        <p:spPr>
          <a:xfrm>
            <a:off x="284919" y="308890"/>
            <a:ext cx="5524576" cy="586912"/>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218956">
              <a:defRPr sz="6400" b="0" spc="0">
                <a:latin typeface="IBM Plex Sans Light"/>
                <a:ea typeface="IBM Plex Sans Light"/>
                <a:cs typeface="IBM Plex Sans Light"/>
                <a:sym typeface="IBM Plex Sans Light"/>
              </a:defRPr>
            </a:pPr>
            <a:r>
              <a:rPr lang="en-US" sz="3150" dirty="0">
                <a:latin typeface="IBM Plex Sans Light"/>
                <a:ea typeface="IBM Plex Sans Light"/>
                <a:cs typeface="IBM Plex Sans Light"/>
                <a:sym typeface="IBM Plex Sans Light"/>
              </a:rPr>
              <a:t>Metrics on Documents</a:t>
            </a:r>
            <a:endParaRPr lang="en-US" sz="3199" dirty="0">
              <a:solidFill>
                <a:srgbClr val="0F62FE"/>
              </a:solidFill>
              <a:latin typeface="IBM Plex Sans Light"/>
              <a:ea typeface="IBM Plex Sans Light"/>
              <a:cs typeface="IBM Plex Sans Light"/>
              <a:sym typeface="IBM Plex Sans Light"/>
            </a:endParaRPr>
          </a:p>
        </p:txBody>
      </p:sp>
      <p:sp>
        <p:nvSpPr>
          <p:cNvPr id="3" name="Text Placeholder 6">
            <a:extLst>
              <a:ext uri="{FF2B5EF4-FFF2-40B4-BE49-F238E27FC236}">
                <a16:creationId xmlns:a16="http://schemas.microsoft.com/office/drawing/2014/main" id="{A1AD199C-12B5-BB0D-542C-E9EED20EAE24}"/>
              </a:ext>
            </a:extLst>
          </p:cNvPr>
          <p:cNvSpPr txBox="1">
            <a:spLocks/>
          </p:cNvSpPr>
          <p:nvPr/>
        </p:nvSpPr>
        <p:spPr>
          <a:xfrm>
            <a:off x="450287" y="4035320"/>
            <a:ext cx="2475856" cy="9141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ctr" defTabSz="1218712">
              <a:defRPr/>
            </a:pPr>
            <a:r>
              <a:rPr lang="en-US" sz="5700" kern="0" dirty="0">
                <a:solidFill>
                  <a:srgbClr val="0F62FE"/>
                </a:solidFill>
                <a:latin typeface="IBM Plex Sans Light"/>
              </a:rPr>
              <a:t>5%</a:t>
            </a:r>
            <a:endParaRPr lang="en-US" sz="5700" kern="0" dirty="0">
              <a:solidFill>
                <a:srgbClr val="0F62FE"/>
              </a:solidFill>
            </a:endParaRPr>
          </a:p>
          <a:p>
            <a:pPr algn="ctr" defTabSz="1218712">
              <a:defRPr/>
            </a:pPr>
            <a:endParaRPr lang="en-US" sz="1400" kern="0" dirty="0">
              <a:solidFill>
                <a:srgbClr val="000000"/>
              </a:solidFill>
            </a:endParaRPr>
          </a:p>
        </p:txBody>
      </p:sp>
      <p:sp>
        <p:nvSpPr>
          <p:cNvPr id="4" name="TextBox 3">
            <a:extLst>
              <a:ext uri="{FF2B5EF4-FFF2-40B4-BE49-F238E27FC236}">
                <a16:creationId xmlns:a16="http://schemas.microsoft.com/office/drawing/2014/main" id="{87F12109-5EA5-00A4-A140-BDA0729FE0BB}"/>
              </a:ext>
            </a:extLst>
          </p:cNvPr>
          <p:cNvSpPr txBox="1"/>
          <p:nvPr/>
        </p:nvSpPr>
        <p:spPr>
          <a:xfrm>
            <a:off x="447283" y="4973286"/>
            <a:ext cx="2364560" cy="64658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4" tIns="22857" rIns="45714" bIns="22857" anchor="t">
            <a:spAutoFit/>
          </a:bodyPr>
          <a:lstStyle/>
          <a:p>
            <a:pPr algn="ctr" defTabSz="2438400">
              <a:lnSpc>
                <a:spcPct val="110000"/>
              </a:lnSpc>
              <a:defRPr/>
            </a:pPr>
            <a:r>
              <a:rPr lang="en-US" sz="1200" kern="0" dirty="0">
                <a:latin typeface="IBM Plex Sans Light"/>
                <a:ea typeface="+mj-ea"/>
                <a:cs typeface="+mj-cs"/>
              </a:rPr>
              <a:t>Of daily total search results having attachments used for RAG by </a:t>
            </a:r>
            <a:r>
              <a:rPr lang="en-US" sz="1200" kern="0" dirty="0" err="1">
                <a:latin typeface="IBM Plex Sans Light"/>
                <a:ea typeface="+mj-ea"/>
                <a:cs typeface="+mj-cs"/>
              </a:rPr>
              <a:t>AskIBM</a:t>
            </a:r>
            <a:endParaRPr lang="en-US" dirty="0" err="1">
              <a:latin typeface="Aptos"/>
              <a:ea typeface="+mj-ea"/>
              <a:cs typeface="+mj-cs"/>
            </a:endParaRPr>
          </a:p>
        </p:txBody>
      </p:sp>
      <p:sp>
        <p:nvSpPr>
          <p:cNvPr id="8" name="Footer Placeholder 3">
            <a:extLst>
              <a:ext uri="{FF2B5EF4-FFF2-40B4-BE49-F238E27FC236}">
                <a16:creationId xmlns:a16="http://schemas.microsoft.com/office/drawing/2014/main" id="{20FF2256-8BF5-1549-F6CE-A1FAA24AA448}"/>
              </a:ext>
            </a:extLst>
          </p:cNvPr>
          <p:cNvSpPr txBox="1">
            <a:spLocks/>
          </p:cNvSpPr>
          <p:nvPr/>
        </p:nvSpPr>
        <p:spPr>
          <a:xfrm>
            <a:off x="284125" y="6401731"/>
            <a:ext cx="2477765" cy="190475"/>
          </a:xfrm>
          <a:prstGeom prst="rect">
            <a:avLst/>
          </a:prstGeom>
        </p:spPr>
        <p:txBody>
          <a:bodyPr lIns="91440" tIns="45720" rIns="91440" bIns="45720"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800" dirty="0">
                <a:latin typeface="IBM Plex Sans"/>
              </a:rPr>
              <a:t>IBM | CIO</a:t>
            </a:r>
          </a:p>
        </p:txBody>
      </p:sp>
    </p:spTree>
    <p:extLst>
      <p:ext uri="{BB962C8B-B14F-4D97-AF65-F5344CB8AC3E}">
        <p14:creationId xmlns:p14="http://schemas.microsoft.com/office/powerpoint/2010/main" val="260990258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265D9-C077-F215-1A9B-843F11C8E455}"/>
              </a:ext>
            </a:extLst>
          </p:cNvPr>
          <p:cNvSpPr>
            <a:spLocks noGrp="1"/>
          </p:cNvSpPr>
          <p:nvPr>
            <p:ph type="title"/>
          </p:nvPr>
        </p:nvSpPr>
        <p:spPr/>
        <p:txBody>
          <a:bodyPr>
            <a:norm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3550" dirty="0">
                <a:latin typeface="Aptos Display"/>
              </a:rPr>
              <a:t>Demo</a:t>
            </a:r>
          </a:p>
        </p:txBody>
      </p:sp>
      <p:pic>
        <p:nvPicPr>
          <p:cNvPr id="8" name="Picture 7" descr="Illustration showing intersecting gradient cyan lines terminated with white circles on a light blue background">
            <a:extLst>
              <a:ext uri="{FF2B5EF4-FFF2-40B4-BE49-F238E27FC236}">
                <a16:creationId xmlns:a16="http://schemas.microsoft.com/office/drawing/2014/main" id="{D09ADE85-53F4-B8BC-6B9F-E7EDAB8C396D}"/>
              </a:ext>
            </a:extLst>
          </p:cNvPr>
          <p:cNvPicPr>
            <a:picLocks noChangeAspect="1"/>
          </p:cNvPicPr>
          <p:nvPr/>
        </p:nvPicPr>
        <p:blipFill>
          <a:blip r:embed="rId2"/>
          <a:stretch>
            <a:fillRect/>
          </a:stretch>
        </p:blipFill>
        <p:spPr>
          <a:xfrm>
            <a:off x="5808246" y="-430232"/>
            <a:ext cx="6383754" cy="6829679"/>
          </a:xfrm>
          <a:prstGeom prst="rect">
            <a:avLst/>
          </a:prstGeom>
        </p:spPr>
      </p:pic>
      <p:sp>
        <p:nvSpPr>
          <p:cNvPr id="3" name="TextBox 2" descr="IBM 8-bar logo in black">
            <a:extLst>
              <a:ext uri="{FF2B5EF4-FFF2-40B4-BE49-F238E27FC236}">
                <a16:creationId xmlns:a16="http://schemas.microsoft.com/office/drawing/2014/main" id="{D36064B9-0769-93F7-8099-4112DA5992FD}"/>
              </a:ext>
            </a:extLst>
          </p:cNvPr>
          <p:cNvSpPr txBox="1"/>
          <p:nvPr/>
        </p:nvSpPr>
        <p:spPr>
          <a:xfrm>
            <a:off x="11250735" y="6489302"/>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pPr marL="222188" indent="-223330" algn="l" defTabSz="1218956">
              <a:spcBef>
                <a:spcPts val="1450"/>
              </a:spcBef>
              <a:buSzPct val="100000"/>
              <a:buFontTx/>
              <a:buChar char="–"/>
            </a:pPr>
            <a:endParaRPr lang="en-US" sz="900" kern="0" dirty="0">
              <a:solidFill>
                <a:srgbClr val="000000"/>
              </a:solidFill>
              <a:ea typeface="+mj-ea"/>
              <a:cs typeface="+mj-cs"/>
              <a:sym typeface="IBM Plex Sans Light"/>
            </a:endParaRPr>
          </a:p>
        </p:txBody>
      </p:sp>
      <p:sp>
        <p:nvSpPr>
          <p:cNvPr id="5" name="Footer Placeholder 3">
            <a:extLst>
              <a:ext uri="{FF2B5EF4-FFF2-40B4-BE49-F238E27FC236}">
                <a16:creationId xmlns:a16="http://schemas.microsoft.com/office/drawing/2014/main" id="{27EE0476-A6A0-8E8A-3E95-1C8BA717772A}"/>
              </a:ext>
            </a:extLst>
          </p:cNvPr>
          <p:cNvSpPr txBox="1">
            <a:spLocks/>
          </p:cNvSpPr>
          <p:nvPr/>
        </p:nvSpPr>
        <p:spPr>
          <a:xfrm>
            <a:off x="284125" y="6401731"/>
            <a:ext cx="2477765" cy="190475"/>
          </a:xfrm>
          <a:prstGeom prst="rect">
            <a:avLst/>
          </a:prstGeom>
        </p:spPr>
        <p:txBody>
          <a:bodyPr lIns="91440" tIns="45720" rIns="91440" bIns="45720" anchor="t"/>
          <a:lstStyle>
            <a:defPPr>
              <a:defRPr lang="en-US"/>
            </a:defPPr>
            <a:lvl1pPr marL="0" algn="l" defTabSz="914507" rtl="0" eaLnBrk="1" latinLnBrk="0" hangingPunct="1">
              <a:defRPr sz="1800" kern="1200">
                <a:solidFill>
                  <a:schemeClr val="tx1"/>
                </a:solidFill>
                <a:latin typeface="+mn-lt"/>
                <a:ea typeface="+mn-ea"/>
                <a:cs typeface="+mn-cs"/>
              </a:defRPr>
            </a:lvl1pPr>
            <a:lvl2pPr marL="457253" algn="l" defTabSz="914507" rtl="0" eaLnBrk="1" latinLnBrk="0" hangingPunct="1">
              <a:defRPr sz="1800" kern="1200">
                <a:solidFill>
                  <a:schemeClr val="tx1"/>
                </a:solidFill>
                <a:latin typeface="+mn-lt"/>
                <a:ea typeface="+mn-ea"/>
                <a:cs typeface="+mn-cs"/>
              </a:defRPr>
            </a:lvl2pPr>
            <a:lvl3pPr marL="914507" algn="l" defTabSz="914507" rtl="0" eaLnBrk="1" latinLnBrk="0" hangingPunct="1">
              <a:defRPr sz="1800" kern="1200">
                <a:solidFill>
                  <a:schemeClr val="tx1"/>
                </a:solidFill>
                <a:latin typeface="+mn-lt"/>
                <a:ea typeface="+mn-ea"/>
                <a:cs typeface="+mn-cs"/>
              </a:defRPr>
            </a:lvl3pPr>
            <a:lvl4pPr marL="1371760" algn="l" defTabSz="914507" rtl="0" eaLnBrk="1" latinLnBrk="0" hangingPunct="1">
              <a:defRPr sz="1800" kern="1200">
                <a:solidFill>
                  <a:schemeClr val="tx1"/>
                </a:solidFill>
                <a:latin typeface="+mn-lt"/>
                <a:ea typeface="+mn-ea"/>
                <a:cs typeface="+mn-cs"/>
              </a:defRPr>
            </a:lvl4pPr>
            <a:lvl5pPr marL="1829014" algn="l" defTabSz="914507" rtl="0" eaLnBrk="1" latinLnBrk="0" hangingPunct="1">
              <a:defRPr sz="1800" kern="1200">
                <a:solidFill>
                  <a:schemeClr val="tx1"/>
                </a:solidFill>
                <a:latin typeface="+mn-lt"/>
                <a:ea typeface="+mn-ea"/>
                <a:cs typeface="+mn-cs"/>
              </a:defRPr>
            </a:lvl5pPr>
            <a:lvl6pPr marL="2286266" algn="l" defTabSz="914507" rtl="0" eaLnBrk="1" latinLnBrk="0" hangingPunct="1">
              <a:defRPr sz="1800" kern="1200">
                <a:solidFill>
                  <a:schemeClr val="tx1"/>
                </a:solidFill>
                <a:latin typeface="+mn-lt"/>
                <a:ea typeface="+mn-ea"/>
                <a:cs typeface="+mn-cs"/>
              </a:defRPr>
            </a:lvl6pPr>
            <a:lvl7pPr marL="2743520" algn="l" defTabSz="914507" rtl="0" eaLnBrk="1" latinLnBrk="0" hangingPunct="1">
              <a:defRPr sz="1800" kern="1200">
                <a:solidFill>
                  <a:schemeClr val="tx1"/>
                </a:solidFill>
                <a:latin typeface="+mn-lt"/>
                <a:ea typeface="+mn-ea"/>
                <a:cs typeface="+mn-cs"/>
              </a:defRPr>
            </a:lvl7pPr>
            <a:lvl8pPr marL="3200773" algn="l" defTabSz="914507" rtl="0" eaLnBrk="1" latinLnBrk="0" hangingPunct="1">
              <a:defRPr sz="1800" kern="1200">
                <a:solidFill>
                  <a:schemeClr val="tx1"/>
                </a:solidFill>
                <a:latin typeface="+mn-lt"/>
                <a:ea typeface="+mn-ea"/>
                <a:cs typeface="+mn-cs"/>
              </a:defRPr>
            </a:lvl8pPr>
            <a:lvl9pPr marL="3658027" algn="l" defTabSz="914507" rtl="0" eaLnBrk="1" latinLnBrk="0" hangingPunct="1">
              <a:defRPr sz="1800" kern="1200">
                <a:solidFill>
                  <a:schemeClr val="tx1"/>
                </a:solidFill>
                <a:latin typeface="+mn-lt"/>
                <a:ea typeface="+mn-ea"/>
                <a:cs typeface="+mn-cs"/>
              </a:defRPr>
            </a:lvl9pPr>
          </a:lstStyle>
          <a:p>
            <a:r>
              <a:rPr lang="en-US" sz="800" dirty="0">
                <a:latin typeface="IBM Plex Sans"/>
              </a:rPr>
              <a:t>IBM | CIO</a:t>
            </a:r>
          </a:p>
        </p:txBody>
      </p:sp>
    </p:spTree>
    <p:extLst>
      <p:ext uri="{BB962C8B-B14F-4D97-AF65-F5344CB8AC3E}">
        <p14:creationId xmlns:p14="http://schemas.microsoft.com/office/powerpoint/2010/main" val="33999385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9136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7</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Mission of the CIO  Creating AI experiences to make IBM the most productive company in the world</vt:lpstr>
      <vt:lpstr>PowerPoint Presentation</vt:lpstr>
      <vt:lpstr>AskIBM   Creating AI experiences to make IBM the most productive company in the world</vt:lpstr>
      <vt:lpstr>Architectural Diagram</vt:lpstr>
      <vt:lpstr>PowerPoint Presentation</vt:lpstr>
      <vt:lpstr>Demo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1996</cp:revision>
  <dcterms:created xsi:type="dcterms:W3CDTF">2025-10-24T17:08:48Z</dcterms:created>
  <dcterms:modified xsi:type="dcterms:W3CDTF">2025-12-12T14:56:05Z</dcterms:modified>
</cp:coreProperties>
</file>